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65"/>
  </p:notesMasterIdLst>
  <p:sldIdLst>
    <p:sldId id="256" r:id="rId2"/>
    <p:sldId id="343" r:id="rId3"/>
    <p:sldId id="264" r:id="rId4"/>
    <p:sldId id="285" r:id="rId5"/>
    <p:sldId id="283" r:id="rId6"/>
    <p:sldId id="281" r:id="rId7"/>
    <p:sldId id="347" r:id="rId8"/>
    <p:sldId id="346" r:id="rId9"/>
    <p:sldId id="339" r:id="rId10"/>
    <p:sldId id="340" r:id="rId11"/>
    <p:sldId id="257" r:id="rId12"/>
    <p:sldId id="348" r:id="rId13"/>
    <p:sldId id="268" r:id="rId14"/>
    <p:sldId id="336" r:id="rId15"/>
    <p:sldId id="288" r:id="rId16"/>
    <p:sldId id="338" r:id="rId17"/>
    <p:sldId id="349" r:id="rId18"/>
    <p:sldId id="290" r:id="rId19"/>
    <p:sldId id="292" r:id="rId20"/>
    <p:sldId id="321" r:id="rId21"/>
    <p:sldId id="263" r:id="rId22"/>
    <p:sldId id="294" r:id="rId23"/>
    <p:sldId id="325" r:id="rId24"/>
    <p:sldId id="295" r:id="rId25"/>
    <p:sldId id="293" r:id="rId26"/>
    <p:sldId id="258" r:id="rId27"/>
    <p:sldId id="350" r:id="rId28"/>
    <p:sldId id="297" r:id="rId29"/>
    <p:sldId id="315" r:id="rId30"/>
    <p:sldId id="316" r:id="rId31"/>
    <p:sldId id="298" r:id="rId32"/>
    <p:sldId id="328" r:id="rId33"/>
    <p:sldId id="323" r:id="rId34"/>
    <p:sldId id="305" r:id="rId35"/>
    <p:sldId id="299" r:id="rId36"/>
    <p:sldId id="300" r:id="rId37"/>
    <p:sldId id="261" r:id="rId38"/>
    <p:sldId id="301" r:id="rId39"/>
    <p:sldId id="302" r:id="rId40"/>
    <p:sldId id="303" r:id="rId41"/>
    <p:sldId id="324" r:id="rId42"/>
    <p:sldId id="306" r:id="rId43"/>
    <p:sldId id="308" r:id="rId44"/>
    <p:sldId id="309" r:id="rId45"/>
    <p:sldId id="312" r:id="rId46"/>
    <p:sldId id="311" r:id="rId47"/>
    <p:sldId id="310" r:id="rId48"/>
    <p:sldId id="351" r:id="rId49"/>
    <p:sldId id="327" r:id="rId50"/>
    <p:sldId id="307" r:id="rId51"/>
    <p:sldId id="317" r:id="rId52"/>
    <p:sldId id="326" r:id="rId53"/>
    <p:sldId id="318" r:id="rId54"/>
    <p:sldId id="319" r:id="rId55"/>
    <p:sldId id="320" r:id="rId56"/>
    <p:sldId id="330" r:id="rId57"/>
    <p:sldId id="333" r:id="rId58"/>
    <p:sldId id="331" r:id="rId59"/>
    <p:sldId id="334" r:id="rId60"/>
    <p:sldId id="335" r:id="rId61"/>
    <p:sldId id="329" r:id="rId62"/>
    <p:sldId id="332" r:id="rId63"/>
    <p:sldId id="341" r:id="rId64"/>
  </p:sldIdLst>
  <p:sldSz cx="12192000" cy="6858000"/>
  <p:notesSz cx="6858000" cy="9144000"/>
  <p:embeddedFontLst>
    <p:embeddedFont>
      <p:font typeface="Abril Fatface" panose="02000503000000020003" pitchFamily="2" charset="0"/>
      <p:regular r:id="rId66"/>
    </p:embeddedFont>
    <p:embeddedFont>
      <p:font typeface="Fira Code" panose="020B0809050000020004" pitchFamily="49" charset="0"/>
      <p:regular r:id="rId67"/>
      <p:bold r:id="rId68"/>
    </p:embeddedFont>
    <p:embeddedFont>
      <p:font typeface="Fira Code" panose="020B0809050000020004" pitchFamily="49" charset="0"/>
      <p:regular r:id="rId67"/>
      <p:bold r:id="rId68"/>
    </p:embeddedFont>
    <p:embeddedFont>
      <p:font typeface="Mont Heavy DEMO" panose="00000A00000000000000" pitchFamily="50" charset="0"/>
      <p:bold r:id="rId69"/>
    </p:embeddedFont>
    <p:embeddedFont>
      <p:font typeface="Roboto" panose="02000000000000000000" pitchFamily="2" charset="0"/>
      <p:regular r:id="rId70"/>
      <p:bold r:id="rId71"/>
      <p:italic r:id="rId72"/>
      <p:boldItalic r:id="rId73"/>
    </p:embeddedFont>
    <p:embeddedFont>
      <p:font typeface="Roboto Mono" panose="00000009000000000000" pitchFamily="49" charset="0"/>
      <p:regular r:id="rId74"/>
      <p:bold r:id="rId75"/>
      <p:italic r:id="rId76"/>
      <p:boldItalic r:id="rId77"/>
    </p:embeddedFont>
    <p:embeddedFont>
      <p:font typeface="Syne" pitchFamily="2" charset="0"/>
      <p:regular r:id="rId78"/>
      <p:bold r:id="rId7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242F"/>
    <a:srgbClr val="000000"/>
    <a:srgbClr val="1F3240"/>
    <a:srgbClr val="FFC000"/>
    <a:srgbClr val="FF6D00"/>
    <a:srgbClr val="CCCCCC"/>
    <a:srgbClr val="ACCBF9"/>
    <a:srgbClr val="FBE9DC"/>
    <a:srgbClr val="F8DA30"/>
    <a:srgbClr val="BA9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3" autoAdjust="0"/>
    <p:restoredTop sz="94629" autoAdjust="0"/>
  </p:normalViewPr>
  <p:slideViewPr>
    <p:cSldViewPr snapToGrid="0">
      <p:cViewPr varScale="1">
        <p:scale>
          <a:sx n="77" d="100"/>
          <a:sy n="77" d="100"/>
        </p:scale>
        <p:origin x="38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6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93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9.fntdata"/><Relationship Id="rId79" Type="http://schemas.openxmlformats.org/officeDocument/2006/relationships/font" Target="fonts/font14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4.fntdata"/><Relationship Id="rId77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7.fntdata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5.fntdata"/><Relationship Id="rId75" Type="http://schemas.openxmlformats.org/officeDocument/2006/relationships/font" Target="fonts/font10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3" Type="http://schemas.openxmlformats.org/officeDocument/2006/relationships/font" Target="fonts/font8.fntdata"/><Relationship Id="rId78" Type="http://schemas.openxmlformats.org/officeDocument/2006/relationships/font" Target="fonts/font13.fntdata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1.fntdata"/><Relationship Id="rId7" Type="http://schemas.openxmlformats.org/officeDocument/2006/relationships/slide" Target="slides/slide6.xml"/><Relationship Id="rId71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a073618e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a073618e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5693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8516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38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4104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>
          <a:extLst>
            <a:ext uri="{FF2B5EF4-FFF2-40B4-BE49-F238E27FC236}">
              <a16:creationId xmlns:a16="http://schemas.microsoft.com/office/drawing/2014/main" id="{9456F27A-AEA5-DD68-A70F-8ED18CF02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>
            <a:extLst>
              <a:ext uri="{FF2B5EF4-FFF2-40B4-BE49-F238E27FC236}">
                <a16:creationId xmlns:a16="http://schemas.microsoft.com/office/drawing/2014/main" id="{2A761431-7F0C-8F63-93B5-641B52FD25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>
            <a:extLst>
              <a:ext uri="{FF2B5EF4-FFF2-40B4-BE49-F238E27FC236}">
                <a16:creationId xmlns:a16="http://schemas.microsoft.com/office/drawing/2014/main" id="{8E509A86-7DAE-3C68-382A-7E7E40FD46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4630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3959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3a4d1c76c4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3a4d1c76c4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1594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3a4d1c76c4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3a4d1c76c4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6802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a073618e6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a073618e6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F374420A-6073-23B8-0D61-6DDF3D9D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a073618e60_0_21:notes">
            <a:extLst>
              <a:ext uri="{FF2B5EF4-FFF2-40B4-BE49-F238E27FC236}">
                <a16:creationId xmlns:a16="http://schemas.microsoft.com/office/drawing/2014/main" id="{D3CADA1B-02A6-58F9-24D3-2D9EB44D3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a073618e60_0_21:notes">
            <a:extLst>
              <a:ext uri="{FF2B5EF4-FFF2-40B4-BE49-F238E27FC236}">
                <a16:creationId xmlns:a16="http://schemas.microsoft.com/office/drawing/2014/main" id="{EFBE77CF-356B-5546-EB22-B283BEC586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1274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93856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073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1371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>
          <a:extLst>
            <a:ext uri="{FF2B5EF4-FFF2-40B4-BE49-F238E27FC236}">
              <a16:creationId xmlns:a16="http://schemas.microsoft.com/office/drawing/2014/main" id="{8ED9DB8E-51CF-C47A-C19F-2E66ED7DC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>
            <a:extLst>
              <a:ext uri="{FF2B5EF4-FFF2-40B4-BE49-F238E27FC236}">
                <a16:creationId xmlns:a16="http://schemas.microsoft.com/office/drawing/2014/main" id="{89F85E92-FFAA-0A5A-2ADA-29795B7A2C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>
            <a:extLst>
              <a:ext uri="{FF2B5EF4-FFF2-40B4-BE49-F238E27FC236}">
                <a16:creationId xmlns:a16="http://schemas.microsoft.com/office/drawing/2014/main" id="{CEE93246-DDDC-A8C3-C69B-D39D489C22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19636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14118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2601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3a4d1c76c4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3a4d1c76c4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17126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38627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3a4d1c76c4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3a4d1c76c4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29218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55100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89840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a073618e6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a073618e6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E32BDECB-6817-C0AA-A85C-917FE21F7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a073618e60_0_21:notes">
            <a:extLst>
              <a:ext uri="{FF2B5EF4-FFF2-40B4-BE49-F238E27FC236}">
                <a16:creationId xmlns:a16="http://schemas.microsoft.com/office/drawing/2014/main" id="{E9984E45-3D94-B3D3-A15C-7D9250B4C2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a073618e60_0_21:notes">
            <a:extLst>
              <a:ext uri="{FF2B5EF4-FFF2-40B4-BE49-F238E27FC236}">
                <a16:creationId xmlns:a16="http://schemas.microsoft.com/office/drawing/2014/main" id="{3E4DAAB9-84F8-6FB1-15E7-F819B79894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37399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42272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43333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72106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66469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01717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71439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5204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63190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71018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a073618e6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a073618e6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84150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1416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90035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800951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333187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735081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899136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749838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995306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01210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>
          <a:extLst>
            <a:ext uri="{FF2B5EF4-FFF2-40B4-BE49-F238E27FC236}">
              <a16:creationId xmlns:a16="http://schemas.microsoft.com/office/drawing/2014/main" id="{CD9598DC-7C7B-3BDC-7A7E-E4B1CBBDE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>
            <a:extLst>
              <a:ext uri="{FF2B5EF4-FFF2-40B4-BE49-F238E27FC236}">
                <a16:creationId xmlns:a16="http://schemas.microsoft.com/office/drawing/2014/main" id="{53AC843E-7DB6-07D7-2A16-1D350BD1E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>
            <a:extLst>
              <a:ext uri="{FF2B5EF4-FFF2-40B4-BE49-F238E27FC236}">
                <a16:creationId xmlns:a16="http://schemas.microsoft.com/office/drawing/2014/main" id="{FE20202C-5B4A-140B-F2D9-7F36A166D9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733698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561837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878074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71841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55903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940644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307312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889074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54253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914977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350051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947842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927324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603234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297560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6724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CUSTOM">
    <p:bg>
      <p:bgPr>
        <a:solidFill>
          <a:schemeClr val="tx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2"/>
          <p:cNvGrpSpPr/>
          <p:nvPr/>
        </p:nvGrpSpPr>
        <p:grpSpPr>
          <a:xfrm>
            <a:off x="978710" y="3768247"/>
            <a:ext cx="3707096" cy="1936167"/>
            <a:chOff x="2176863" y="4518413"/>
            <a:chExt cx="5362500" cy="1301975"/>
          </a:xfrm>
        </p:grpSpPr>
        <p:sp>
          <p:nvSpPr>
            <p:cNvPr id="45" name="Google Shape;45;p2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2"/>
          <p:cNvGrpSpPr/>
          <p:nvPr/>
        </p:nvGrpSpPr>
        <p:grpSpPr>
          <a:xfrm>
            <a:off x="1114447" y="3878297"/>
            <a:ext cx="635280" cy="147600"/>
            <a:chOff x="2147366" y="4139382"/>
            <a:chExt cx="635280" cy="147600"/>
          </a:xfrm>
        </p:grpSpPr>
        <p:sp>
          <p:nvSpPr>
            <p:cNvPr id="48" name="Google Shape;48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" name="Google Shape;51;p2"/>
          <p:cNvSpPr/>
          <p:nvPr/>
        </p:nvSpPr>
        <p:spPr>
          <a:xfrm>
            <a:off x="1744602" y="949638"/>
            <a:ext cx="8893200" cy="41094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2"/>
          <p:cNvGrpSpPr/>
          <p:nvPr/>
        </p:nvGrpSpPr>
        <p:grpSpPr>
          <a:xfrm>
            <a:off x="1897848" y="1059747"/>
            <a:ext cx="635280" cy="147600"/>
            <a:chOff x="2147366" y="4139382"/>
            <a:chExt cx="635280" cy="147600"/>
          </a:xfrm>
        </p:grpSpPr>
        <p:sp>
          <p:nvSpPr>
            <p:cNvPr id="53" name="Google Shape;53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5646515" y="4606376"/>
            <a:ext cx="5362500" cy="1301975"/>
            <a:chOff x="2176863" y="4518413"/>
            <a:chExt cx="5362500" cy="1301975"/>
          </a:xfrm>
        </p:grpSpPr>
        <p:sp>
          <p:nvSpPr>
            <p:cNvPr id="57" name="Google Shape;57;p2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" name="Google Shape;59;p2"/>
          <p:cNvGrpSpPr/>
          <p:nvPr/>
        </p:nvGrpSpPr>
        <p:grpSpPr>
          <a:xfrm>
            <a:off x="5782198" y="4716497"/>
            <a:ext cx="635280" cy="147600"/>
            <a:chOff x="2147366" y="4139382"/>
            <a:chExt cx="635280" cy="147600"/>
          </a:xfrm>
        </p:grpSpPr>
        <p:sp>
          <p:nvSpPr>
            <p:cNvPr id="60" name="Google Shape;60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2"/>
          <p:cNvSpPr txBox="1">
            <a:spLocks noGrp="1"/>
          </p:cNvSpPr>
          <p:nvPr>
            <p:ph type="title"/>
          </p:nvPr>
        </p:nvSpPr>
        <p:spPr>
          <a:xfrm>
            <a:off x="2303339" y="1137800"/>
            <a:ext cx="6796800" cy="3227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>
                <a:latin typeface="Syne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 dirty="0"/>
          </a:p>
        </p:txBody>
      </p:sp>
      <p:sp>
        <p:nvSpPr>
          <p:cNvPr id="64" name="Google Shape;64;p2"/>
          <p:cNvSpPr txBox="1">
            <a:spLocks noGrp="1"/>
          </p:cNvSpPr>
          <p:nvPr>
            <p:ph type="subTitle" idx="1"/>
          </p:nvPr>
        </p:nvSpPr>
        <p:spPr>
          <a:xfrm>
            <a:off x="5859989" y="4974200"/>
            <a:ext cx="4935600" cy="79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Syne" pitchFamily="2" charset="0"/>
              </a:defRPr>
            </a:lvl1pPr>
            <a:lvl2pPr lvl="1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2100"/>
              </a:spcBef>
              <a:spcAft>
                <a:spcPts val="2100"/>
              </a:spcAft>
              <a:buSzPts val="18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 preserve="1">
  <p:cSld name="1_001 Title">
    <p:bg>
      <p:bgPr>
        <a:solidFill>
          <a:schemeClr val="tx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elestia-R1---OverlayTitleHD.png">
            <a:extLst>
              <a:ext uri="{FF2B5EF4-FFF2-40B4-BE49-F238E27FC236}">
                <a16:creationId xmlns:a16="http://schemas.microsoft.com/office/drawing/2014/main" id="{DFCBE0F6-EEAE-09DE-6CEF-3BB3055385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000">
                <a:tint val="45000"/>
                <a:satMod val="400000"/>
              </a:srgbClr>
            </a:duotone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330348" cy="693582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7" name="Google Shape;57;p2"/>
          <p:cNvSpPr/>
          <p:nvPr/>
        </p:nvSpPr>
        <p:spPr>
          <a:xfrm>
            <a:off x="0" y="5304466"/>
            <a:ext cx="12192000" cy="1618982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" name="Google Shape;59;p2"/>
          <p:cNvGrpSpPr/>
          <p:nvPr/>
        </p:nvGrpSpPr>
        <p:grpSpPr>
          <a:xfrm>
            <a:off x="207459" y="5414587"/>
            <a:ext cx="635280" cy="147600"/>
            <a:chOff x="2147366" y="4139382"/>
            <a:chExt cx="635280" cy="147600"/>
          </a:xfrm>
        </p:grpSpPr>
        <p:sp>
          <p:nvSpPr>
            <p:cNvPr id="60" name="Google Shape;60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2"/>
          <p:cNvSpPr txBox="1">
            <a:spLocks noGrp="1"/>
          </p:cNvSpPr>
          <p:nvPr>
            <p:ph type="title"/>
          </p:nvPr>
        </p:nvSpPr>
        <p:spPr>
          <a:xfrm>
            <a:off x="2303339" y="1137800"/>
            <a:ext cx="6796800" cy="3227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>
                <a:latin typeface="Syne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 dirty="0"/>
          </a:p>
        </p:txBody>
      </p:sp>
      <p:sp>
        <p:nvSpPr>
          <p:cNvPr id="64" name="Google Shape;64;p2"/>
          <p:cNvSpPr txBox="1">
            <a:spLocks noGrp="1"/>
          </p:cNvSpPr>
          <p:nvPr>
            <p:ph type="subTitle" idx="1"/>
          </p:nvPr>
        </p:nvSpPr>
        <p:spPr>
          <a:xfrm>
            <a:off x="485317" y="5672289"/>
            <a:ext cx="11221414" cy="99988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Syne" pitchFamily="2" charset="0"/>
              </a:defRPr>
            </a:lvl1pPr>
            <a:lvl2pPr lvl="1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2100"/>
              </a:spcBef>
              <a:spcAft>
                <a:spcPts val="2100"/>
              </a:spcAft>
              <a:buSzPts val="18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9154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3 Talking Points" userDrawn="1">
  <p:cSld name="CUSTOM_2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793E93-EF59-3885-8EB9-F12BB988A244}"/>
              </a:ext>
            </a:extLst>
          </p:cNvPr>
          <p:cNvSpPr/>
          <p:nvPr userDrawn="1"/>
        </p:nvSpPr>
        <p:spPr>
          <a:xfrm>
            <a:off x="0" y="0"/>
            <a:ext cx="12192000" cy="1322962"/>
          </a:xfrm>
          <a:prstGeom prst="rect">
            <a:avLst/>
          </a:prstGeom>
          <a:solidFill>
            <a:srgbClr val="16242F">
              <a:alpha val="9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82" name="Google Shape;82;p5"/>
          <p:cNvGrpSpPr/>
          <p:nvPr/>
        </p:nvGrpSpPr>
        <p:grpSpPr>
          <a:xfrm>
            <a:off x="8201100" y="4138775"/>
            <a:ext cx="3509100" cy="2030700"/>
            <a:chOff x="8115925" y="1776575"/>
            <a:chExt cx="3509100" cy="2030700"/>
          </a:xfrm>
        </p:grpSpPr>
        <p:sp>
          <p:nvSpPr>
            <p:cNvPr id="83" name="Google Shape;83;p5"/>
            <p:cNvSpPr/>
            <p:nvPr/>
          </p:nvSpPr>
          <p:spPr>
            <a:xfrm>
              <a:off x="81159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" name="Google Shape;84;p5"/>
            <p:cNvGrpSpPr/>
            <p:nvPr/>
          </p:nvGrpSpPr>
          <p:grpSpPr>
            <a:xfrm>
              <a:off x="8251596" y="1886684"/>
              <a:ext cx="635280" cy="147600"/>
              <a:chOff x="2147366" y="4139382"/>
              <a:chExt cx="635280" cy="147600"/>
            </a:xfrm>
          </p:grpSpPr>
          <p:sp>
            <p:nvSpPr>
              <p:cNvPr id="85" name="Google Shape;85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" name="Google Shape;88;p5"/>
          <p:cNvGrpSpPr/>
          <p:nvPr/>
        </p:nvGrpSpPr>
        <p:grpSpPr>
          <a:xfrm>
            <a:off x="481800" y="4138775"/>
            <a:ext cx="3509100" cy="2030700"/>
            <a:chOff x="396625" y="1776575"/>
            <a:chExt cx="3509100" cy="2030700"/>
          </a:xfrm>
        </p:grpSpPr>
        <p:sp>
          <p:nvSpPr>
            <p:cNvPr id="89" name="Google Shape;89;p5"/>
            <p:cNvSpPr/>
            <p:nvPr/>
          </p:nvSpPr>
          <p:spPr>
            <a:xfrm>
              <a:off x="3966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5"/>
            <p:cNvGrpSpPr/>
            <p:nvPr/>
          </p:nvGrpSpPr>
          <p:grpSpPr>
            <a:xfrm>
              <a:off x="532296" y="1886684"/>
              <a:ext cx="635280" cy="147600"/>
              <a:chOff x="2147366" y="4139382"/>
              <a:chExt cx="635280" cy="147600"/>
            </a:xfrm>
          </p:grpSpPr>
          <p:sp>
            <p:nvSpPr>
              <p:cNvPr id="91" name="Google Shape;91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" name="Google Shape;94;p5"/>
          <p:cNvGrpSpPr/>
          <p:nvPr/>
        </p:nvGrpSpPr>
        <p:grpSpPr>
          <a:xfrm>
            <a:off x="4341450" y="4138775"/>
            <a:ext cx="3509100" cy="2030700"/>
            <a:chOff x="4234200" y="1776575"/>
            <a:chExt cx="3509100" cy="2030700"/>
          </a:xfrm>
        </p:grpSpPr>
        <p:sp>
          <p:nvSpPr>
            <p:cNvPr id="95" name="Google Shape;95;p5"/>
            <p:cNvSpPr/>
            <p:nvPr/>
          </p:nvSpPr>
          <p:spPr>
            <a:xfrm>
              <a:off x="4234200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" name="Google Shape;96;p5"/>
            <p:cNvGrpSpPr/>
            <p:nvPr/>
          </p:nvGrpSpPr>
          <p:grpSpPr>
            <a:xfrm>
              <a:off x="4369871" y="1886684"/>
              <a:ext cx="635280" cy="147600"/>
              <a:chOff x="2147366" y="4139382"/>
              <a:chExt cx="635280" cy="147600"/>
            </a:xfrm>
          </p:grpSpPr>
          <p:sp>
            <p:nvSpPr>
              <p:cNvPr id="97" name="Google Shape;97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0" name="Google Shape;100;p5"/>
          <p:cNvGrpSpPr/>
          <p:nvPr/>
        </p:nvGrpSpPr>
        <p:grpSpPr>
          <a:xfrm>
            <a:off x="481800" y="1776575"/>
            <a:ext cx="3509100" cy="2030700"/>
            <a:chOff x="396625" y="1776575"/>
            <a:chExt cx="3509100" cy="2030700"/>
          </a:xfrm>
        </p:grpSpPr>
        <p:sp>
          <p:nvSpPr>
            <p:cNvPr id="101" name="Google Shape;101;p5"/>
            <p:cNvSpPr/>
            <p:nvPr/>
          </p:nvSpPr>
          <p:spPr>
            <a:xfrm>
              <a:off x="3966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" name="Google Shape;102;p5"/>
            <p:cNvGrpSpPr/>
            <p:nvPr/>
          </p:nvGrpSpPr>
          <p:grpSpPr>
            <a:xfrm>
              <a:off x="532296" y="1886684"/>
              <a:ext cx="635280" cy="147600"/>
              <a:chOff x="2147366" y="4139382"/>
              <a:chExt cx="635280" cy="147600"/>
            </a:xfrm>
          </p:grpSpPr>
          <p:sp>
            <p:nvSpPr>
              <p:cNvPr id="103" name="Google Shape;103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" name="Google Shape;106;p5"/>
          <p:cNvGrpSpPr/>
          <p:nvPr/>
        </p:nvGrpSpPr>
        <p:grpSpPr>
          <a:xfrm>
            <a:off x="8201100" y="1776575"/>
            <a:ext cx="3509100" cy="2030700"/>
            <a:chOff x="8115925" y="1776575"/>
            <a:chExt cx="3509100" cy="2030700"/>
          </a:xfrm>
        </p:grpSpPr>
        <p:sp>
          <p:nvSpPr>
            <p:cNvPr id="107" name="Google Shape;107;p5"/>
            <p:cNvSpPr/>
            <p:nvPr/>
          </p:nvSpPr>
          <p:spPr>
            <a:xfrm>
              <a:off x="81159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" name="Google Shape;108;p5"/>
            <p:cNvGrpSpPr/>
            <p:nvPr/>
          </p:nvGrpSpPr>
          <p:grpSpPr>
            <a:xfrm>
              <a:off x="8251596" y="1886684"/>
              <a:ext cx="635280" cy="147600"/>
              <a:chOff x="2147366" y="4139382"/>
              <a:chExt cx="635280" cy="147600"/>
            </a:xfrm>
          </p:grpSpPr>
          <p:sp>
            <p:nvSpPr>
              <p:cNvPr id="109" name="Google Shape;109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2" name="Google Shape;112;p5"/>
          <p:cNvGrpSpPr/>
          <p:nvPr/>
        </p:nvGrpSpPr>
        <p:grpSpPr>
          <a:xfrm>
            <a:off x="4341450" y="1776575"/>
            <a:ext cx="3509100" cy="2030700"/>
            <a:chOff x="4234200" y="1776575"/>
            <a:chExt cx="3509100" cy="2030700"/>
          </a:xfrm>
        </p:grpSpPr>
        <p:sp>
          <p:nvSpPr>
            <p:cNvPr id="113" name="Google Shape;113;p5"/>
            <p:cNvSpPr/>
            <p:nvPr/>
          </p:nvSpPr>
          <p:spPr>
            <a:xfrm>
              <a:off x="4234200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4" name="Google Shape;114;p5"/>
            <p:cNvGrpSpPr/>
            <p:nvPr/>
          </p:nvGrpSpPr>
          <p:grpSpPr>
            <a:xfrm>
              <a:off x="4369871" y="1886684"/>
              <a:ext cx="635280" cy="147600"/>
              <a:chOff x="2147366" y="4139382"/>
              <a:chExt cx="635280" cy="147600"/>
            </a:xfrm>
          </p:grpSpPr>
          <p:sp>
            <p:nvSpPr>
              <p:cNvPr id="115" name="Google Shape;115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575950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Syne" pitchFamily="2" charset="0"/>
              </a:defRPr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2"/>
          </p:nvPr>
        </p:nvSpPr>
        <p:spPr>
          <a:xfrm>
            <a:off x="4418613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Syne" pitchFamily="2" charset="0"/>
              </a:defRPr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3"/>
          </p:nvPr>
        </p:nvSpPr>
        <p:spPr>
          <a:xfrm>
            <a:off x="575950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Syne" pitchFamily="2" charset="0"/>
              </a:defRPr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4"/>
          </p:nvPr>
        </p:nvSpPr>
        <p:spPr>
          <a:xfrm>
            <a:off x="4418613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Syne" pitchFamily="2" charset="0"/>
              </a:defRPr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124" name="Google Shape;124;p5"/>
          <p:cNvSpPr txBox="1">
            <a:spLocks noGrp="1"/>
          </p:cNvSpPr>
          <p:nvPr>
            <p:ph type="title" idx="6"/>
          </p:nvPr>
        </p:nvSpPr>
        <p:spPr>
          <a:xfrm>
            <a:off x="4448700" y="2046600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>
                <a:latin typeface="Syne" pitchFamily="2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 dirty="0"/>
          </a:p>
        </p:txBody>
      </p:sp>
      <p:sp>
        <p:nvSpPr>
          <p:cNvPr id="125" name="Google Shape;125;p5"/>
          <p:cNvSpPr txBox="1">
            <a:spLocks noGrp="1"/>
          </p:cNvSpPr>
          <p:nvPr>
            <p:ph type="title" idx="7"/>
          </p:nvPr>
        </p:nvSpPr>
        <p:spPr>
          <a:xfrm>
            <a:off x="490775" y="4087659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>
                <a:latin typeface="Syne" pitchFamily="2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 dirty="0"/>
          </a:p>
        </p:txBody>
      </p:sp>
      <p:sp>
        <p:nvSpPr>
          <p:cNvPr id="126" name="Google Shape;126;p5"/>
          <p:cNvSpPr txBox="1">
            <a:spLocks noGrp="1"/>
          </p:cNvSpPr>
          <p:nvPr>
            <p:ph type="title" idx="8"/>
          </p:nvPr>
        </p:nvSpPr>
        <p:spPr>
          <a:xfrm>
            <a:off x="4448700" y="4087659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>
                <a:latin typeface="Syne" pitchFamily="2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 dirty="0"/>
          </a:p>
        </p:txBody>
      </p:sp>
      <p:sp>
        <p:nvSpPr>
          <p:cNvPr id="127" name="Google Shape;127;p5"/>
          <p:cNvSpPr txBox="1">
            <a:spLocks noGrp="1"/>
          </p:cNvSpPr>
          <p:nvPr>
            <p:ph type="body" idx="9"/>
          </p:nvPr>
        </p:nvSpPr>
        <p:spPr>
          <a:xfrm>
            <a:off x="8299375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Syne" pitchFamily="2" charset="0"/>
              </a:defRPr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3"/>
          </p:nvPr>
        </p:nvSpPr>
        <p:spPr>
          <a:xfrm>
            <a:off x="8299375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Syne" pitchFamily="2" charset="0"/>
              </a:defRPr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129" name="Google Shape;129;p5"/>
          <p:cNvSpPr txBox="1">
            <a:spLocks noGrp="1"/>
          </p:cNvSpPr>
          <p:nvPr>
            <p:ph type="title" idx="14"/>
          </p:nvPr>
        </p:nvSpPr>
        <p:spPr>
          <a:xfrm>
            <a:off x="8406625" y="2046600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>
                <a:latin typeface="Syne" pitchFamily="2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 dirty="0"/>
          </a:p>
        </p:txBody>
      </p:sp>
      <p:sp>
        <p:nvSpPr>
          <p:cNvPr id="130" name="Google Shape;130;p5"/>
          <p:cNvSpPr txBox="1">
            <a:spLocks noGrp="1"/>
          </p:cNvSpPr>
          <p:nvPr>
            <p:ph type="title" idx="15"/>
          </p:nvPr>
        </p:nvSpPr>
        <p:spPr>
          <a:xfrm>
            <a:off x="8406625" y="4087659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>
                <a:latin typeface="Syne" pitchFamily="2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 dirty="0"/>
          </a:p>
        </p:txBody>
      </p:sp>
      <p:grpSp>
        <p:nvGrpSpPr>
          <p:cNvPr id="3" name="Google Shape;52;p2">
            <a:extLst>
              <a:ext uri="{FF2B5EF4-FFF2-40B4-BE49-F238E27FC236}">
                <a16:creationId xmlns:a16="http://schemas.microsoft.com/office/drawing/2014/main" id="{A84D11FA-0D2A-B620-97F5-E8376FC005D5}"/>
              </a:ext>
            </a:extLst>
          </p:cNvPr>
          <p:cNvGrpSpPr/>
          <p:nvPr userDrawn="1"/>
        </p:nvGrpSpPr>
        <p:grpSpPr>
          <a:xfrm>
            <a:off x="285356" y="135514"/>
            <a:ext cx="635280" cy="147600"/>
            <a:chOff x="2147366" y="4139382"/>
            <a:chExt cx="635280" cy="147600"/>
          </a:xfrm>
        </p:grpSpPr>
        <p:sp>
          <p:nvSpPr>
            <p:cNvPr id="4" name="Google Shape;53;p2">
              <a:extLst>
                <a:ext uri="{FF2B5EF4-FFF2-40B4-BE49-F238E27FC236}">
                  <a16:creationId xmlns:a16="http://schemas.microsoft.com/office/drawing/2014/main" id="{FDCF5D1C-EA43-FB81-E1C7-44DEF83EA385}"/>
                </a:ext>
              </a:extLst>
            </p:cNvPr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54;p2">
              <a:extLst>
                <a:ext uri="{FF2B5EF4-FFF2-40B4-BE49-F238E27FC236}">
                  <a16:creationId xmlns:a16="http://schemas.microsoft.com/office/drawing/2014/main" id="{A137B5D6-F2A2-3CFC-6B76-71929B468442}"/>
                </a:ext>
              </a:extLst>
            </p:cNvPr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55;p2">
              <a:extLst>
                <a:ext uri="{FF2B5EF4-FFF2-40B4-BE49-F238E27FC236}">
                  <a16:creationId xmlns:a16="http://schemas.microsoft.com/office/drawing/2014/main" id="{79596A59-40AA-A2D9-41A8-C0B8D7C2D1F0}"/>
                </a:ext>
              </a:extLst>
            </p:cNvPr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FA938CD-B090-707E-7EDE-D19488B2EC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90688" y="134938"/>
            <a:ext cx="9498012" cy="1009650"/>
          </a:xfrm>
        </p:spPr>
        <p:txBody>
          <a:bodyPr/>
          <a:lstStyle>
            <a:lvl1pPr marL="114300" indent="0">
              <a:buNone/>
              <a:defRPr sz="4000" b="1">
                <a:solidFill>
                  <a:schemeClr val="tx1"/>
                </a:solidFill>
                <a:latin typeface="Mont Heavy DEMO" panose="00000A00000000000000" pitchFamily="50" charset="0"/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4 Section Title" userDrawn="1">
  <p:cSld name="CUSTOM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090964-BB72-AE53-18A9-35A6C78072F5}"/>
              </a:ext>
            </a:extLst>
          </p:cNvPr>
          <p:cNvSpPr/>
          <p:nvPr userDrawn="1"/>
        </p:nvSpPr>
        <p:spPr>
          <a:xfrm>
            <a:off x="0" y="0"/>
            <a:ext cx="12192000" cy="1322962"/>
          </a:xfrm>
          <a:prstGeom prst="rect">
            <a:avLst/>
          </a:prstGeom>
          <a:solidFill>
            <a:srgbClr val="16242F">
              <a:alpha val="9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8" name="Google Shape;138;p6"/>
          <p:cNvSpPr txBox="1">
            <a:spLocks noGrp="1"/>
          </p:cNvSpPr>
          <p:nvPr>
            <p:ph type="body" idx="1"/>
          </p:nvPr>
        </p:nvSpPr>
        <p:spPr>
          <a:xfrm>
            <a:off x="2034300" y="4052838"/>
            <a:ext cx="8123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Syne" pitchFamily="2" charset="0"/>
              </a:defRPr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9E3EF3-0A94-B6C8-6987-19195833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439" y="180991"/>
            <a:ext cx="11360700" cy="1030813"/>
          </a:xfrm>
        </p:spPr>
        <p:txBody>
          <a:bodyPr anchor="ctr"/>
          <a:lstStyle>
            <a:lvl1pPr>
              <a:defRPr sz="4800" spc="60" baseline="0">
                <a:latin typeface="Mont Heavy DEMO" panose="00000A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grpSp>
        <p:nvGrpSpPr>
          <p:cNvPr id="6" name="Google Shape;52;p2">
            <a:extLst>
              <a:ext uri="{FF2B5EF4-FFF2-40B4-BE49-F238E27FC236}">
                <a16:creationId xmlns:a16="http://schemas.microsoft.com/office/drawing/2014/main" id="{71A2533D-EDEF-0B93-20D4-9D76787387FC}"/>
              </a:ext>
            </a:extLst>
          </p:cNvPr>
          <p:cNvGrpSpPr/>
          <p:nvPr userDrawn="1"/>
        </p:nvGrpSpPr>
        <p:grpSpPr>
          <a:xfrm>
            <a:off x="285356" y="135514"/>
            <a:ext cx="635280" cy="147600"/>
            <a:chOff x="2147366" y="4139382"/>
            <a:chExt cx="635280" cy="147600"/>
          </a:xfrm>
        </p:grpSpPr>
        <p:sp>
          <p:nvSpPr>
            <p:cNvPr id="7" name="Google Shape;53;p2">
              <a:extLst>
                <a:ext uri="{FF2B5EF4-FFF2-40B4-BE49-F238E27FC236}">
                  <a16:creationId xmlns:a16="http://schemas.microsoft.com/office/drawing/2014/main" id="{6C1B1397-8E73-D77B-179E-5B44155DF695}"/>
                </a:ext>
              </a:extLst>
            </p:cNvPr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54;p2">
              <a:extLst>
                <a:ext uri="{FF2B5EF4-FFF2-40B4-BE49-F238E27FC236}">
                  <a16:creationId xmlns:a16="http://schemas.microsoft.com/office/drawing/2014/main" id="{9E1A8E45-7057-C3A1-B3D2-5F1501B2F0FF}"/>
                </a:ext>
              </a:extLst>
            </p:cNvPr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55;p2">
              <a:extLst>
                <a:ext uri="{FF2B5EF4-FFF2-40B4-BE49-F238E27FC236}">
                  <a16:creationId xmlns:a16="http://schemas.microsoft.com/office/drawing/2014/main" id="{1CBB100D-D6D2-40C7-E951-1DB8D3EB367F}"/>
                </a:ext>
              </a:extLst>
            </p:cNvPr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4 Section Title" preserve="1" userDrawn="1">
  <p:cSld name="1_004 Section Title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090964-BB72-AE53-18A9-35A6C78072F5}"/>
              </a:ext>
            </a:extLst>
          </p:cNvPr>
          <p:cNvSpPr/>
          <p:nvPr userDrawn="1"/>
        </p:nvSpPr>
        <p:spPr>
          <a:xfrm>
            <a:off x="0" y="0"/>
            <a:ext cx="12192000" cy="1322962"/>
          </a:xfrm>
          <a:prstGeom prst="rect">
            <a:avLst/>
          </a:prstGeom>
          <a:solidFill>
            <a:srgbClr val="16242F">
              <a:alpha val="9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9E3EF3-0A94-B6C8-6987-19195833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5309" y="180991"/>
            <a:ext cx="11360700" cy="1030813"/>
          </a:xfrm>
        </p:spPr>
        <p:txBody>
          <a:bodyPr anchor="ctr"/>
          <a:lstStyle>
            <a:lvl1pPr>
              <a:defRPr sz="4800" spc="60" baseline="0">
                <a:latin typeface="Mont Heavy DEMO" panose="00000A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grpSp>
        <p:nvGrpSpPr>
          <p:cNvPr id="6" name="Google Shape;52;p2">
            <a:extLst>
              <a:ext uri="{FF2B5EF4-FFF2-40B4-BE49-F238E27FC236}">
                <a16:creationId xmlns:a16="http://schemas.microsoft.com/office/drawing/2014/main" id="{71A2533D-EDEF-0B93-20D4-9D76787387FC}"/>
              </a:ext>
            </a:extLst>
          </p:cNvPr>
          <p:cNvGrpSpPr/>
          <p:nvPr userDrawn="1"/>
        </p:nvGrpSpPr>
        <p:grpSpPr>
          <a:xfrm>
            <a:off x="285356" y="135514"/>
            <a:ext cx="635280" cy="147600"/>
            <a:chOff x="2147366" y="4139382"/>
            <a:chExt cx="635280" cy="147600"/>
          </a:xfrm>
        </p:grpSpPr>
        <p:sp>
          <p:nvSpPr>
            <p:cNvPr id="7" name="Google Shape;53;p2">
              <a:extLst>
                <a:ext uri="{FF2B5EF4-FFF2-40B4-BE49-F238E27FC236}">
                  <a16:creationId xmlns:a16="http://schemas.microsoft.com/office/drawing/2014/main" id="{6C1B1397-8E73-D77B-179E-5B44155DF695}"/>
                </a:ext>
              </a:extLst>
            </p:cNvPr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54;p2">
              <a:extLst>
                <a:ext uri="{FF2B5EF4-FFF2-40B4-BE49-F238E27FC236}">
                  <a16:creationId xmlns:a16="http://schemas.microsoft.com/office/drawing/2014/main" id="{9E1A8E45-7057-C3A1-B3D2-5F1501B2F0FF}"/>
                </a:ext>
              </a:extLst>
            </p:cNvPr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55;p2">
              <a:extLst>
                <a:ext uri="{FF2B5EF4-FFF2-40B4-BE49-F238E27FC236}">
                  <a16:creationId xmlns:a16="http://schemas.microsoft.com/office/drawing/2014/main" id="{1CBB100D-D6D2-40C7-E951-1DB8D3EB367F}"/>
                </a:ext>
              </a:extLst>
            </p:cNvPr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0775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Two columns" userDrawn="1">
  <p:cSld name="CUSTOM_4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6387975" y="1429625"/>
            <a:ext cx="4809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7"/>
          <p:cNvGrpSpPr/>
          <p:nvPr/>
        </p:nvGrpSpPr>
        <p:grpSpPr>
          <a:xfrm>
            <a:off x="6541221" y="1539734"/>
            <a:ext cx="635280" cy="147600"/>
            <a:chOff x="2147366" y="4139382"/>
            <a:chExt cx="635280" cy="147600"/>
          </a:xfrm>
        </p:grpSpPr>
        <p:sp>
          <p:nvSpPr>
            <p:cNvPr id="142" name="Google Shape;142;p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7"/>
          <p:cNvSpPr/>
          <p:nvPr/>
        </p:nvSpPr>
        <p:spPr>
          <a:xfrm>
            <a:off x="994425" y="1429625"/>
            <a:ext cx="4809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7"/>
          <p:cNvGrpSpPr/>
          <p:nvPr/>
        </p:nvGrpSpPr>
        <p:grpSpPr>
          <a:xfrm>
            <a:off x="1147671" y="1539734"/>
            <a:ext cx="635280" cy="147600"/>
            <a:chOff x="2147366" y="4139382"/>
            <a:chExt cx="635280" cy="147600"/>
          </a:xfrm>
        </p:grpSpPr>
        <p:sp>
          <p:nvSpPr>
            <p:cNvPr id="147" name="Google Shape;147;p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7"/>
          <p:cNvSpPr txBox="1">
            <a:spLocks noGrp="1"/>
          </p:cNvSpPr>
          <p:nvPr>
            <p:ph type="body" idx="1"/>
          </p:nvPr>
        </p:nvSpPr>
        <p:spPr>
          <a:xfrm>
            <a:off x="1315075" y="2268525"/>
            <a:ext cx="4154400" cy="359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Syne" pitchFamily="2" charset="0"/>
              </a:defRPr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152" name="Google Shape;152;p7"/>
          <p:cNvSpPr txBox="1">
            <a:spLocks noGrp="1"/>
          </p:cNvSpPr>
          <p:nvPr>
            <p:ph type="body" idx="2"/>
          </p:nvPr>
        </p:nvSpPr>
        <p:spPr>
          <a:xfrm>
            <a:off x="6679275" y="2255000"/>
            <a:ext cx="4154400" cy="359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Syne" pitchFamily="2" charset="0"/>
              </a:defRPr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09D540-52D1-38F3-EE8C-10953870DF34}"/>
              </a:ext>
            </a:extLst>
          </p:cNvPr>
          <p:cNvSpPr/>
          <p:nvPr userDrawn="1"/>
        </p:nvSpPr>
        <p:spPr>
          <a:xfrm>
            <a:off x="0" y="0"/>
            <a:ext cx="12192000" cy="1322962"/>
          </a:xfrm>
          <a:prstGeom prst="rect">
            <a:avLst/>
          </a:prstGeom>
          <a:solidFill>
            <a:srgbClr val="16242F">
              <a:alpha val="9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304DD0B-BCFB-E715-454C-16FCA3AC80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90688" y="134938"/>
            <a:ext cx="9498012" cy="1009650"/>
          </a:xfrm>
        </p:spPr>
        <p:txBody>
          <a:bodyPr/>
          <a:lstStyle>
            <a:lvl1pPr marL="114300" indent="0">
              <a:buNone/>
              <a:defRPr sz="4000" b="1">
                <a:solidFill>
                  <a:schemeClr val="tx1"/>
                </a:solidFill>
                <a:latin typeface="Mont Heavy DEMO" panose="00000A00000000000000" pitchFamily="50" charset="0"/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9 Big Title">
  <p:cSld name="CUSTOM_7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>
            <a:spLocks noGrp="1"/>
          </p:cNvSpPr>
          <p:nvPr>
            <p:ph type="title"/>
          </p:nvPr>
        </p:nvSpPr>
        <p:spPr>
          <a:xfrm>
            <a:off x="781800" y="919825"/>
            <a:ext cx="10628400" cy="4720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 spc="60" baseline="0">
                <a:latin typeface="Syne" pitchFamily="2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9 Big Title" preserve="1" userDrawn="1">
  <p:cSld name="1_009 Big Title">
    <p:bg>
      <p:bgPr>
        <a:gradFill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DB2CF39A-7F8B-A848-BF4C-48ACF0EF91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69704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F5132-5168-BDD6-A193-5AC5FD30BD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608" y="952092"/>
            <a:ext cx="2163763" cy="1651000"/>
          </a:xfrm>
        </p:spPr>
        <p:txBody>
          <a:bodyPr>
            <a:noAutofit/>
          </a:bodyPr>
          <a:lstStyle>
            <a:lvl1pPr marL="0" indent="0" algn="ctr">
              <a:buNone/>
              <a:defRPr sz="9600" b="1">
                <a:solidFill>
                  <a:schemeClr val="tx1"/>
                </a:solidFill>
                <a:latin typeface="Mont Heavy DEMO" panose="00000A00000000000000" pitchFamily="50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F35020D-9D7D-F0FF-D27F-E9EF91D0F3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627" y="4546362"/>
            <a:ext cx="12040749" cy="1846263"/>
          </a:xfrm>
        </p:spPr>
        <p:txBody>
          <a:bodyPr numCol="1" anchor="ctr">
            <a:normAutofit/>
          </a:bodyPr>
          <a:lstStyle>
            <a:lvl1pPr marL="0" indent="0" algn="r">
              <a:buNone/>
              <a:defRPr sz="2200" b="1" baseline="0">
                <a:solidFill>
                  <a:srgbClr val="002060"/>
                </a:solidFill>
                <a:latin typeface="Syne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ABA265-C894-E60D-CC02-EC4CBB8ABD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2371436"/>
            <a:ext cx="12192000" cy="2115128"/>
          </a:xfrm>
          <a:solidFill>
            <a:srgbClr val="161F39"/>
          </a:solidFill>
          <a:ln>
            <a:solidFill>
              <a:srgbClr val="161F39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8000" b="1">
                <a:solidFill>
                  <a:schemeClr val="tx1"/>
                </a:solidFill>
                <a:latin typeface="Mont Heavy DEMO" panose="00000A00000000000000" pitchFamily="50" charset="0"/>
                <a:cs typeface="Segoe UI" panose="020B050204020402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101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hree columns">
  <p:cSld name="CUSTOM_8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666000" y="1518625"/>
            <a:ext cx="10932600" cy="46206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11"/>
          <p:cNvGrpSpPr/>
          <p:nvPr/>
        </p:nvGrpSpPr>
        <p:grpSpPr>
          <a:xfrm>
            <a:off x="819246" y="1628734"/>
            <a:ext cx="635280" cy="147600"/>
            <a:chOff x="2147366" y="4139382"/>
            <a:chExt cx="635280" cy="147600"/>
          </a:xfrm>
        </p:grpSpPr>
        <p:sp>
          <p:nvSpPr>
            <p:cNvPr id="187" name="Google Shape;187;p11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11"/>
          <p:cNvSpPr txBox="1">
            <a:spLocks noGrp="1"/>
          </p:cNvSpPr>
          <p:nvPr>
            <p:ph type="subTitle" idx="1"/>
          </p:nvPr>
        </p:nvSpPr>
        <p:spPr>
          <a:xfrm>
            <a:off x="1217558" y="1800269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Syne" pitchFamily="2" charset="0"/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 dirty="0"/>
          </a:p>
        </p:txBody>
      </p:sp>
      <p:sp>
        <p:nvSpPr>
          <p:cNvPr id="191" name="Google Shape;191;p11"/>
          <p:cNvSpPr txBox="1">
            <a:spLocks noGrp="1"/>
          </p:cNvSpPr>
          <p:nvPr>
            <p:ph type="subTitle" idx="2"/>
          </p:nvPr>
        </p:nvSpPr>
        <p:spPr>
          <a:xfrm>
            <a:off x="1217558" y="3100360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Syne" pitchFamily="2" charset="0"/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 dirty="0"/>
          </a:p>
        </p:txBody>
      </p:sp>
      <p:sp>
        <p:nvSpPr>
          <p:cNvPr id="192" name="Google Shape;192;p11"/>
          <p:cNvSpPr txBox="1">
            <a:spLocks noGrp="1"/>
          </p:cNvSpPr>
          <p:nvPr>
            <p:ph type="subTitle" idx="3"/>
          </p:nvPr>
        </p:nvSpPr>
        <p:spPr>
          <a:xfrm>
            <a:off x="1217558" y="4400450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Syne" pitchFamily="2" charset="0"/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 dirty="0"/>
          </a:p>
        </p:txBody>
      </p:sp>
      <p:sp>
        <p:nvSpPr>
          <p:cNvPr id="193" name="Google Shape;193;p11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>
                <a:latin typeface="Syne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 dirty="0"/>
          </a:p>
        </p:txBody>
      </p:sp>
      <p:sp>
        <p:nvSpPr>
          <p:cNvPr id="194" name="Google Shape;194;p11"/>
          <p:cNvSpPr txBox="1">
            <a:spLocks noGrp="1"/>
          </p:cNvSpPr>
          <p:nvPr>
            <p:ph type="body" idx="4"/>
          </p:nvPr>
        </p:nvSpPr>
        <p:spPr>
          <a:xfrm>
            <a:off x="1217550" y="2238218"/>
            <a:ext cx="97551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Syne" pitchFamily="2" charset="0"/>
              </a:defRPr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 dirty="0"/>
          </a:p>
        </p:txBody>
      </p:sp>
      <p:sp>
        <p:nvSpPr>
          <p:cNvPr id="195" name="Google Shape;195;p11"/>
          <p:cNvSpPr txBox="1">
            <a:spLocks noGrp="1"/>
          </p:cNvSpPr>
          <p:nvPr>
            <p:ph type="body" idx="5"/>
          </p:nvPr>
        </p:nvSpPr>
        <p:spPr>
          <a:xfrm>
            <a:off x="1217550" y="3526878"/>
            <a:ext cx="97551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Syne" pitchFamily="2" charset="0"/>
              </a:defRPr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 dirty="0"/>
          </a:p>
        </p:txBody>
      </p:sp>
      <p:sp>
        <p:nvSpPr>
          <p:cNvPr id="196" name="Google Shape;196;p11"/>
          <p:cNvSpPr txBox="1">
            <a:spLocks noGrp="1"/>
          </p:cNvSpPr>
          <p:nvPr>
            <p:ph type="body" idx="6"/>
          </p:nvPr>
        </p:nvSpPr>
        <p:spPr>
          <a:xfrm>
            <a:off x="1217550" y="4813738"/>
            <a:ext cx="9756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Syne" pitchFamily="2" charset="0"/>
              </a:defRPr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0 Text and Image">
  <p:cSld name="CUSTOM_9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>
            <a:spLocks noGrp="1"/>
          </p:cNvSpPr>
          <p:nvPr>
            <p:ph type="title"/>
          </p:nvPr>
        </p:nvSpPr>
        <p:spPr>
          <a:xfrm>
            <a:off x="411275" y="1727000"/>
            <a:ext cx="4458300" cy="2377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Syne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2pPr>
            <a:lvl3pPr lvl="2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3pPr>
            <a:lvl4pPr lvl="3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4pPr>
            <a:lvl5pPr lvl="4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5pPr>
            <a:lvl6pPr lvl="5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6pPr>
            <a:lvl7pPr lvl="6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7pPr>
            <a:lvl8pPr lvl="7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8pPr>
            <a:lvl9pPr lvl="8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9pPr>
          </a:lstStyle>
          <a:p>
            <a:endParaRPr dirty="0"/>
          </a:p>
        </p:txBody>
      </p:sp>
      <p:sp>
        <p:nvSpPr>
          <p:cNvPr id="231" name="Google Shape;231;p13"/>
          <p:cNvSpPr txBox="1">
            <a:spLocks noGrp="1"/>
          </p:cNvSpPr>
          <p:nvPr>
            <p:ph type="subTitle" idx="1"/>
          </p:nvPr>
        </p:nvSpPr>
        <p:spPr>
          <a:xfrm>
            <a:off x="411275" y="5029775"/>
            <a:ext cx="44583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Syne" pitchFamily="2" charset="0"/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s://www.youtube.com/channel/UCwfaAHy4zQUb2APNOGXUCCA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tx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4">
            <a:extLst>
              <a:ext uri="{FF2B5EF4-FFF2-40B4-BE49-F238E27FC236}">
                <a16:creationId xmlns:a16="http://schemas.microsoft.com/office/drawing/2014/main" id="{3E9C1498-84BA-6FDD-9E5D-67FE83760B1B}"/>
              </a:ext>
            </a:extLst>
          </p:cNvPr>
          <p:cNvGrpSpPr/>
          <p:nvPr userDrawn="1"/>
        </p:nvGrpSpPr>
        <p:grpSpPr>
          <a:xfrm>
            <a:off x="0" y="6637"/>
            <a:ext cx="12192000" cy="6851363"/>
            <a:chOff x="16722" y="5195"/>
            <a:chExt cx="9126614" cy="5143499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EC76E00-3A9A-09F4-7EBF-7CDACFE14846}"/>
                </a:ext>
              </a:extLst>
            </p:cNvPr>
            <p:cNvSpPr/>
            <p:nvPr/>
          </p:nvSpPr>
          <p:spPr>
            <a:xfrm>
              <a:off x="8986678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9B4F560-886B-CD40-7AC4-ED73B8C0F5FE}"/>
                </a:ext>
              </a:extLst>
            </p:cNvPr>
            <p:cNvSpPr/>
            <p:nvPr/>
          </p:nvSpPr>
          <p:spPr>
            <a:xfrm>
              <a:off x="8794176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49C56B6-C2AE-5B1F-5854-8F912874EFD6}"/>
                </a:ext>
              </a:extLst>
            </p:cNvPr>
            <p:cNvSpPr/>
            <p:nvPr/>
          </p:nvSpPr>
          <p:spPr>
            <a:xfrm>
              <a:off x="8601009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1554721-8424-E2AA-7F68-30E9CC518EBF}"/>
                </a:ext>
              </a:extLst>
            </p:cNvPr>
            <p:cNvSpPr/>
            <p:nvPr/>
          </p:nvSpPr>
          <p:spPr>
            <a:xfrm>
              <a:off x="8407843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9D901C1-B708-38AE-EA7C-D42E239CAFE4}"/>
                </a:ext>
              </a:extLst>
            </p:cNvPr>
            <p:cNvSpPr/>
            <p:nvPr/>
          </p:nvSpPr>
          <p:spPr>
            <a:xfrm>
              <a:off x="8214677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B0C93EC-FB5F-CDE7-CC3E-2B8AE0C9C173}"/>
                </a:ext>
              </a:extLst>
            </p:cNvPr>
            <p:cNvSpPr/>
            <p:nvPr/>
          </p:nvSpPr>
          <p:spPr>
            <a:xfrm>
              <a:off x="8021510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BC7301F-A28D-63C3-7252-A1441FCD6F77}"/>
                </a:ext>
              </a:extLst>
            </p:cNvPr>
            <p:cNvSpPr/>
            <p:nvPr/>
          </p:nvSpPr>
          <p:spPr>
            <a:xfrm>
              <a:off x="7828344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FBB4384-5CBF-2B99-044C-ABA628BD7F26}"/>
                </a:ext>
              </a:extLst>
            </p:cNvPr>
            <p:cNvSpPr/>
            <p:nvPr/>
          </p:nvSpPr>
          <p:spPr>
            <a:xfrm>
              <a:off x="7635177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7BD6D5C-A34C-C52D-A5BD-BAF89410553C}"/>
                </a:ext>
              </a:extLst>
            </p:cNvPr>
            <p:cNvSpPr/>
            <p:nvPr/>
          </p:nvSpPr>
          <p:spPr>
            <a:xfrm>
              <a:off x="7442011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C534934-30A7-C1C2-707F-567C5E9C42AB}"/>
                </a:ext>
              </a:extLst>
            </p:cNvPr>
            <p:cNvSpPr/>
            <p:nvPr/>
          </p:nvSpPr>
          <p:spPr>
            <a:xfrm>
              <a:off x="7249508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94B2403-36F7-8510-A408-C3B6524E8D55}"/>
                </a:ext>
              </a:extLst>
            </p:cNvPr>
            <p:cNvSpPr/>
            <p:nvPr/>
          </p:nvSpPr>
          <p:spPr>
            <a:xfrm>
              <a:off x="7056342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AD41A84-59F4-8D13-5464-BBF2C0ABEF4D}"/>
                </a:ext>
              </a:extLst>
            </p:cNvPr>
            <p:cNvSpPr/>
            <p:nvPr/>
          </p:nvSpPr>
          <p:spPr>
            <a:xfrm>
              <a:off x="6863176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3A919FD-8F86-1CE0-3979-05CD4D577517}"/>
                </a:ext>
              </a:extLst>
            </p:cNvPr>
            <p:cNvSpPr/>
            <p:nvPr/>
          </p:nvSpPr>
          <p:spPr>
            <a:xfrm>
              <a:off x="6670009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0639529-1FA2-E343-0E94-C3BA7FDAFB65}"/>
                </a:ext>
              </a:extLst>
            </p:cNvPr>
            <p:cNvSpPr/>
            <p:nvPr/>
          </p:nvSpPr>
          <p:spPr>
            <a:xfrm>
              <a:off x="6476843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8F41021-FFF6-3DA8-E3E9-4748BA3CED81}"/>
                </a:ext>
              </a:extLst>
            </p:cNvPr>
            <p:cNvSpPr/>
            <p:nvPr/>
          </p:nvSpPr>
          <p:spPr>
            <a:xfrm>
              <a:off x="6283677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665BA7F-2059-9567-D6B7-52CED3F26145}"/>
                </a:ext>
              </a:extLst>
            </p:cNvPr>
            <p:cNvSpPr/>
            <p:nvPr/>
          </p:nvSpPr>
          <p:spPr>
            <a:xfrm>
              <a:off x="6090510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86CB314-34AE-E46D-388F-18B714483FE8}"/>
                </a:ext>
              </a:extLst>
            </p:cNvPr>
            <p:cNvSpPr/>
            <p:nvPr/>
          </p:nvSpPr>
          <p:spPr>
            <a:xfrm>
              <a:off x="5897344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881A80B-C00B-0645-8CF7-9E64E218172F}"/>
                </a:ext>
              </a:extLst>
            </p:cNvPr>
            <p:cNvSpPr/>
            <p:nvPr/>
          </p:nvSpPr>
          <p:spPr>
            <a:xfrm>
              <a:off x="5704177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AF3706A-6795-06D7-0BAF-28E40A9741B3}"/>
                </a:ext>
              </a:extLst>
            </p:cNvPr>
            <p:cNvSpPr/>
            <p:nvPr/>
          </p:nvSpPr>
          <p:spPr>
            <a:xfrm>
              <a:off x="5511675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BA9AED9-1689-680D-7266-2AA391CEB341}"/>
                </a:ext>
              </a:extLst>
            </p:cNvPr>
            <p:cNvSpPr/>
            <p:nvPr/>
          </p:nvSpPr>
          <p:spPr>
            <a:xfrm>
              <a:off x="5318508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7A1B8CA-D24A-1A57-0CCF-0902928A38CC}"/>
                </a:ext>
              </a:extLst>
            </p:cNvPr>
            <p:cNvSpPr/>
            <p:nvPr/>
          </p:nvSpPr>
          <p:spPr>
            <a:xfrm>
              <a:off x="5125342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31F006A-4E34-F725-89C7-757B8371E4DA}"/>
                </a:ext>
              </a:extLst>
            </p:cNvPr>
            <p:cNvSpPr/>
            <p:nvPr/>
          </p:nvSpPr>
          <p:spPr>
            <a:xfrm>
              <a:off x="16722" y="2632693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4920F5F-B337-B6F7-1D16-E93F969F1183}"/>
                </a:ext>
              </a:extLst>
            </p:cNvPr>
            <p:cNvSpPr/>
            <p:nvPr/>
          </p:nvSpPr>
          <p:spPr>
            <a:xfrm>
              <a:off x="16722" y="2825160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8E72A9D-05DB-47C6-C47B-1F1A097B1EFB}"/>
                </a:ext>
              </a:extLst>
            </p:cNvPr>
            <p:cNvSpPr/>
            <p:nvPr/>
          </p:nvSpPr>
          <p:spPr>
            <a:xfrm>
              <a:off x="16722" y="3018290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AD80998-07ED-2C85-FFBC-B27D39C16ED6}"/>
                </a:ext>
              </a:extLst>
            </p:cNvPr>
            <p:cNvSpPr/>
            <p:nvPr/>
          </p:nvSpPr>
          <p:spPr>
            <a:xfrm>
              <a:off x="16722" y="3211420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98F182E-9510-318F-5936-041E95235245}"/>
                </a:ext>
              </a:extLst>
            </p:cNvPr>
            <p:cNvSpPr/>
            <p:nvPr/>
          </p:nvSpPr>
          <p:spPr>
            <a:xfrm>
              <a:off x="16722" y="3404550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15441FD-3C05-ABC7-371C-00D7EFD1274C}"/>
                </a:ext>
              </a:extLst>
            </p:cNvPr>
            <p:cNvSpPr/>
            <p:nvPr/>
          </p:nvSpPr>
          <p:spPr>
            <a:xfrm>
              <a:off x="16722" y="3597680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8F26A21-F1BC-4420-7F67-71BA3E5781B5}"/>
                </a:ext>
              </a:extLst>
            </p:cNvPr>
            <p:cNvSpPr/>
            <p:nvPr/>
          </p:nvSpPr>
          <p:spPr>
            <a:xfrm>
              <a:off x="16722" y="3790811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D71DDD5D-989B-A88F-46B8-839DF32F9200}"/>
                </a:ext>
              </a:extLst>
            </p:cNvPr>
            <p:cNvSpPr/>
            <p:nvPr/>
          </p:nvSpPr>
          <p:spPr>
            <a:xfrm>
              <a:off x="16722" y="3983941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E672B3B-45BD-22E3-BAF4-A227C31D63A2}"/>
                </a:ext>
              </a:extLst>
            </p:cNvPr>
            <p:cNvSpPr/>
            <p:nvPr/>
          </p:nvSpPr>
          <p:spPr>
            <a:xfrm>
              <a:off x="16722" y="4177071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8F6B9C3-7F4F-F7ED-170F-0854F1E358FD}"/>
                </a:ext>
              </a:extLst>
            </p:cNvPr>
            <p:cNvSpPr/>
            <p:nvPr/>
          </p:nvSpPr>
          <p:spPr>
            <a:xfrm>
              <a:off x="16722" y="4369537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F403ABF-874B-5D59-F095-88880D539FF9}"/>
                </a:ext>
              </a:extLst>
            </p:cNvPr>
            <p:cNvSpPr/>
            <p:nvPr/>
          </p:nvSpPr>
          <p:spPr>
            <a:xfrm>
              <a:off x="16722" y="4562667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42DDD04-A8FC-EC05-20E6-F3B3686CA9A7}"/>
                </a:ext>
              </a:extLst>
            </p:cNvPr>
            <p:cNvSpPr/>
            <p:nvPr/>
          </p:nvSpPr>
          <p:spPr>
            <a:xfrm>
              <a:off x="16722" y="4755797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468EAE5-FA23-9CEA-ACA7-74793E863263}"/>
                </a:ext>
              </a:extLst>
            </p:cNvPr>
            <p:cNvSpPr/>
            <p:nvPr/>
          </p:nvSpPr>
          <p:spPr>
            <a:xfrm>
              <a:off x="16722" y="4948928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1384BA4C-F2DD-CFB0-BE52-5AB881C909F4}"/>
                </a:ext>
              </a:extLst>
            </p:cNvPr>
            <p:cNvSpPr/>
            <p:nvPr/>
          </p:nvSpPr>
          <p:spPr>
            <a:xfrm>
              <a:off x="16722" y="5142058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0963DF9-2AD4-8F7B-6EC0-87EE6E9369D0}"/>
                </a:ext>
              </a:extLst>
            </p:cNvPr>
            <p:cNvSpPr/>
            <p:nvPr/>
          </p:nvSpPr>
          <p:spPr>
            <a:xfrm>
              <a:off x="16722" y="122665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92F708A-A270-3204-ED9F-23E9DBD6AFE7}"/>
                </a:ext>
              </a:extLst>
            </p:cNvPr>
            <p:cNvSpPr/>
            <p:nvPr/>
          </p:nvSpPr>
          <p:spPr>
            <a:xfrm>
              <a:off x="16722" y="315796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5868CB1-310E-A2ED-2C1F-69861A586A42}"/>
                </a:ext>
              </a:extLst>
            </p:cNvPr>
            <p:cNvSpPr/>
            <p:nvPr/>
          </p:nvSpPr>
          <p:spPr>
            <a:xfrm>
              <a:off x="16722" y="508926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EDB00C79-0C34-311F-7519-35F4EE44D2FC}"/>
                </a:ext>
              </a:extLst>
            </p:cNvPr>
            <p:cNvSpPr/>
            <p:nvPr/>
          </p:nvSpPr>
          <p:spPr>
            <a:xfrm>
              <a:off x="16722" y="701392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0C683E7-7B50-DB51-332D-16FB223D2FDC}"/>
                </a:ext>
              </a:extLst>
            </p:cNvPr>
            <p:cNvSpPr/>
            <p:nvPr/>
          </p:nvSpPr>
          <p:spPr>
            <a:xfrm>
              <a:off x="16722" y="894522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0C3C2E2-3892-147A-B65C-327E789DBFAA}"/>
                </a:ext>
              </a:extLst>
            </p:cNvPr>
            <p:cNvSpPr/>
            <p:nvPr/>
          </p:nvSpPr>
          <p:spPr>
            <a:xfrm>
              <a:off x="16722" y="1087652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D6B6E97-CCCC-6F15-0E9E-329240328F36}"/>
                </a:ext>
              </a:extLst>
            </p:cNvPr>
            <p:cNvSpPr/>
            <p:nvPr/>
          </p:nvSpPr>
          <p:spPr>
            <a:xfrm>
              <a:off x="16722" y="1280783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A52E28A-3942-F735-FCFF-C8A4AFDABB9B}"/>
                </a:ext>
              </a:extLst>
            </p:cNvPr>
            <p:cNvSpPr/>
            <p:nvPr/>
          </p:nvSpPr>
          <p:spPr>
            <a:xfrm>
              <a:off x="16722" y="1473913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2D7788F-B035-0C8A-DC22-DB180ED355FA}"/>
                </a:ext>
              </a:extLst>
            </p:cNvPr>
            <p:cNvSpPr/>
            <p:nvPr/>
          </p:nvSpPr>
          <p:spPr>
            <a:xfrm>
              <a:off x="16722" y="1667043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26DAD79-0A80-AEE2-F230-7319A943ED04}"/>
                </a:ext>
              </a:extLst>
            </p:cNvPr>
            <p:cNvSpPr/>
            <p:nvPr/>
          </p:nvSpPr>
          <p:spPr>
            <a:xfrm>
              <a:off x="16722" y="1860173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8D857F88-B32B-3A5D-C489-DA967FA1E4F0}"/>
                </a:ext>
              </a:extLst>
            </p:cNvPr>
            <p:cNvSpPr/>
            <p:nvPr/>
          </p:nvSpPr>
          <p:spPr>
            <a:xfrm>
              <a:off x="16722" y="2053303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66A6AB8-2DBB-CA91-DFB4-A175CC8F60DE}"/>
                </a:ext>
              </a:extLst>
            </p:cNvPr>
            <p:cNvSpPr/>
            <p:nvPr/>
          </p:nvSpPr>
          <p:spPr>
            <a:xfrm>
              <a:off x="16722" y="2245769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12A2D04-7435-A804-2BC9-0FDE0E7B10E4}"/>
                </a:ext>
              </a:extLst>
            </p:cNvPr>
            <p:cNvSpPr/>
            <p:nvPr/>
          </p:nvSpPr>
          <p:spPr>
            <a:xfrm>
              <a:off x="16722" y="2438900"/>
              <a:ext cx="9126614" cy="6636"/>
            </a:xfrm>
            <a:custGeom>
              <a:avLst/>
              <a:gdLst>
                <a:gd name="connsiteX0" fmla="*/ 9126614 w 9126614"/>
                <a:gd name="connsiteY0" fmla="*/ 0 h 6636"/>
                <a:gd name="connsiteX1" fmla="*/ 0 w 9126614"/>
                <a:gd name="connsiteY1" fmla="*/ 0 h 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26614" h="6636">
                  <a:moveTo>
                    <a:pt x="9126614" y="0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406836C-5753-45A3-1341-B1C92FB1EEC7}"/>
                </a:ext>
              </a:extLst>
            </p:cNvPr>
            <p:cNvSpPr/>
            <p:nvPr/>
          </p:nvSpPr>
          <p:spPr>
            <a:xfrm>
              <a:off x="4931512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514FF2D-2E41-BD2A-D8C2-9E550A4C0AAD}"/>
                </a:ext>
              </a:extLst>
            </p:cNvPr>
            <p:cNvSpPr/>
            <p:nvPr/>
          </p:nvSpPr>
          <p:spPr>
            <a:xfrm>
              <a:off x="4738345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4601A04-E4EA-51FB-B7A5-B1A8756CA467}"/>
                </a:ext>
              </a:extLst>
            </p:cNvPr>
            <p:cNvSpPr/>
            <p:nvPr/>
          </p:nvSpPr>
          <p:spPr>
            <a:xfrm>
              <a:off x="4545179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12353BB-F43A-526A-2A3F-1070066CAD51}"/>
                </a:ext>
              </a:extLst>
            </p:cNvPr>
            <p:cNvSpPr/>
            <p:nvPr/>
          </p:nvSpPr>
          <p:spPr>
            <a:xfrm>
              <a:off x="4352013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BE07335-FA7C-BF66-264A-D926B97A6FCB}"/>
                </a:ext>
              </a:extLst>
            </p:cNvPr>
            <p:cNvSpPr/>
            <p:nvPr/>
          </p:nvSpPr>
          <p:spPr>
            <a:xfrm>
              <a:off x="4158846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3FA7F81-DDC0-09FB-EF25-770F34A6BA73}"/>
                </a:ext>
              </a:extLst>
            </p:cNvPr>
            <p:cNvSpPr/>
            <p:nvPr/>
          </p:nvSpPr>
          <p:spPr>
            <a:xfrm>
              <a:off x="3966344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706B9F4-7D34-32FE-867B-79AB0C983851}"/>
                </a:ext>
              </a:extLst>
            </p:cNvPr>
            <p:cNvSpPr/>
            <p:nvPr/>
          </p:nvSpPr>
          <p:spPr>
            <a:xfrm>
              <a:off x="3773177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9ECB667-9FAF-4679-4FF0-BCF36ADAB673}"/>
                </a:ext>
              </a:extLst>
            </p:cNvPr>
            <p:cNvSpPr/>
            <p:nvPr/>
          </p:nvSpPr>
          <p:spPr>
            <a:xfrm>
              <a:off x="3580011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8DC2FBC-839A-0004-3830-B7A2D08D235F}"/>
                </a:ext>
              </a:extLst>
            </p:cNvPr>
            <p:cNvSpPr/>
            <p:nvPr/>
          </p:nvSpPr>
          <p:spPr>
            <a:xfrm>
              <a:off x="3386844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349DDB4-3D29-7FDD-D356-A055006D84CF}"/>
                </a:ext>
              </a:extLst>
            </p:cNvPr>
            <p:cNvSpPr/>
            <p:nvPr/>
          </p:nvSpPr>
          <p:spPr>
            <a:xfrm>
              <a:off x="3193678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59CAFE62-E9D0-8C30-B292-477189B9BD33}"/>
                </a:ext>
              </a:extLst>
            </p:cNvPr>
            <p:cNvSpPr/>
            <p:nvPr/>
          </p:nvSpPr>
          <p:spPr>
            <a:xfrm>
              <a:off x="3000512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E2F8283-868A-0ACE-C378-1764C9DADE13}"/>
                </a:ext>
              </a:extLst>
            </p:cNvPr>
            <p:cNvSpPr/>
            <p:nvPr/>
          </p:nvSpPr>
          <p:spPr>
            <a:xfrm>
              <a:off x="2807345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AC0EB43B-4FE4-142A-6962-6AB20E8D6F57}"/>
                </a:ext>
              </a:extLst>
            </p:cNvPr>
            <p:cNvSpPr/>
            <p:nvPr/>
          </p:nvSpPr>
          <p:spPr>
            <a:xfrm>
              <a:off x="2614179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CCEAA130-31BF-B9C3-7596-4F8A0E570955}"/>
                </a:ext>
              </a:extLst>
            </p:cNvPr>
            <p:cNvSpPr/>
            <p:nvPr/>
          </p:nvSpPr>
          <p:spPr>
            <a:xfrm>
              <a:off x="2421676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C9BE351C-D00E-E28D-9672-A7FB762DE520}"/>
                </a:ext>
              </a:extLst>
            </p:cNvPr>
            <p:cNvSpPr/>
            <p:nvPr/>
          </p:nvSpPr>
          <p:spPr>
            <a:xfrm>
              <a:off x="2228510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66EC6D28-F418-6C94-5148-2418A58942E2}"/>
                </a:ext>
              </a:extLst>
            </p:cNvPr>
            <p:cNvSpPr/>
            <p:nvPr/>
          </p:nvSpPr>
          <p:spPr>
            <a:xfrm>
              <a:off x="2035343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D4DAEF91-9E47-78BC-EE1E-DA2356C5F0F5}"/>
                </a:ext>
              </a:extLst>
            </p:cNvPr>
            <p:cNvSpPr/>
            <p:nvPr/>
          </p:nvSpPr>
          <p:spPr>
            <a:xfrm>
              <a:off x="1842177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F6FE45D-1780-A986-7F30-4D32E4774ACC}"/>
                </a:ext>
              </a:extLst>
            </p:cNvPr>
            <p:cNvSpPr/>
            <p:nvPr/>
          </p:nvSpPr>
          <p:spPr>
            <a:xfrm>
              <a:off x="1649011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1C824E7-16AA-C950-8A48-E1D13750A5BC}"/>
                </a:ext>
              </a:extLst>
            </p:cNvPr>
            <p:cNvSpPr/>
            <p:nvPr/>
          </p:nvSpPr>
          <p:spPr>
            <a:xfrm>
              <a:off x="1455844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43D2E27-7BE0-A52B-B227-EE6C70D24FB2}"/>
                </a:ext>
              </a:extLst>
            </p:cNvPr>
            <p:cNvSpPr/>
            <p:nvPr/>
          </p:nvSpPr>
          <p:spPr>
            <a:xfrm>
              <a:off x="1262678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788AF47B-E7B3-021F-46B2-406E609A2863}"/>
                </a:ext>
              </a:extLst>
            </p:cNvPr>
            <p:cNvSpPr/>
            <p:nvPr/>
          </p:nvSpPr>
          <p:spPr>
            <a:xfrm>
              <a:off x="1069512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94D2BF2-B00F-3A99-3B27-E2102743DBF7}"/>
                </a:ext>
              </a:extLst>
            </p:cNvPr>
            <p:cNvSpPr/>
            <p:nvPr/>
          </p:nvSpPr>
          <p:spPr>
            <a:xfrm>
              <a:off x="876345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8DFA572B-4451-E2E4-2CD0-324FA1B94A0A}"/>
                </a:ext>
              </a:extLst>
            </p:cNvPr>
            <p:cNvSpPr/>
            <p:nvPr/>
          </p:nvSpPr>
          <p:spPr>
            <a:xfrm>
              <a:off x="683843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9BE12505-699F-0772-9197-D7AC60AA0F8D}"/>
                </a:ext>
              </a:extLst>
            </p:cNvPr>
            <p:cNvSpPr/>
            <p:nvPr/>
          </p:nvSpPr>
          <p:spPr>
            <a:xfrm>
              <a:off x="490676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6CE91154-F9D3-2D69-07DB-77B47E14669F}"/>
                </a:ext>
              </a:extLst>
            </p:cNvPr>
            <p:cNvSpPr/>
            <p:nvPr/>
          </p:nvSpPr>
          <p:spPr>
            <a:xfrm>
              <a:off x="297510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2D72B86-E6CB-2845-5186-5DE2083459DC}"/>
                </a:ext>
              </a:extLst>
            </p:cNvPr>
            <p:cNvSpPr/>
            <p:nvPr/>
          </p:nvSpPr>
          <p:spPr>
            <a:xfrm>
              <a:off x="104343" y="5195"/>
              <a:ext cx="6638" cy="5129562"/>
            </a:xfrm>
            <a:custGeom>
              <a:avLst/>
              <a:gdLst>
                <a:gd name="connsiteX0" fmla="*/ 0 w 6638"/>
                <a:gd name="connsiteY0" fmla="*/ 5129563 h 5129562"/>
                <a:gd name="connsiteX1" fmla="*/ 0 w 6638"/>
                <a:gd name="connsiteY1" fmla="*/ 0 h 512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8" h="5129562">
                  <a:moveTo>
                    <a:pt x="0" y="5129563"/>
                  </a:moveTo>
                  <a:lnTo>
                    <a:pt x="0" y="0"/>
                  </a:lnTo>
                </a:path>
              </a:pathLst>
            </a:custGeom>
            <a:ln w="6636" cap="flat">
              <a:solidFill>
                <a:schemeClr val="bg1">
                  <a:lumMod val="50000"/>
                  <a:lumOff val="50000"/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pt-BR" spc="40" baseline="0"/>
            </a:p>
          </p:txBody>
        </p:sp>
      </p:grpSp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429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 spc="60" baseline="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51ED4B5-5C7F-0D86-4EDC-04B2535F952B}"/>
              </a:ext>
            </a:extLst>
          </p:cNvPr>
          <p:cNvSpPr txBox="1"/>
          <p:nvPr userDrawn="1"/>
        </p:nvSpPr>
        <p:spPr>
          <a:xfrm>
            <a:off x="7814237" y="6489863"/>
            <a:ext cx="4620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70" baseline="0" dirty="0" err="1">
                <a:ln>
                  <a:noFill/>
                </a:ln>
                <a:solidFill>
                  <a:srgbClr val="00B0F0">
                    <a:alpha val="15000"/>
                  </a:srgbClr>
                </a:solidFill>
                <a:latin typeface="Syne" pitchFamily="2" charset="0"/>
              </a:rPr>
              <a:t>Kodyfier</a:t>
            </a:r>
            <a:r>
              <a:rPr lang="en-US" sz="1800" spc="70" baseline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latin typeface="Syne" pitchFamily="2" charset="0"/>
              </a:rPr>
              <a:t> </a:t>
            </a:r>
            <a:r>
              <a:rPr lang="en-US" sz="1800" spc="70" baseline="0" dirty="0" err="1">
                <a:ln>
                  <a:noFill/>
                </a:ln>
                <a:solidFill>
                  <a:srgbClr val="00B0F0">
                    <a:alpha val="15000"/>
                  </a:srgbClr>
                </a:solidFill>
                <a:latin typeface="Syne" pitchFamily="2" charset="0"/>
              </a:rPr>
              <a:t>FullStack</a:t>
            </a:r>
            <a:r>
              <a:rPr lang="en-US" sz="1800" spc="70" baseline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latin typeface="Syne" pitchFamily="2" charset="0"/>
              </a:rPr>
              <a:t> </a:t>
            </a:r>
            <a:r>
              <a:rPr lang="en-US" sz="1800" spc="70" baseline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latin typeface="Syne" pitchFamily="2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  Thapa Technical</a:t>
            </a:r>
            <a:endParaRPr lang="en-US" sz="1800" spc="70" baseline="0" dirty="0">
              <a:ln>
                <a:noFill/>
              </a:ln>
              <a:solidFill>
                <a:srgbClr val="00B0F0">
                  <a:alpha val="15000"/>
                </a:srgbClr>
              </a:solidFill>
              <a:latin typeface="Syne" pitchFamily="2" charset="0"/>
            </a:endParaRPr>
          </a:p>
        </p:txBody>
      </p:sp>
      <p:grpSp>
        <p:nvGrpSpPr>
          <p:cNvPr id="157" name="Google Shape;52;p2">
            <a:extLst>
              <a:ext uri="{FF2B5EF4-FFF2-40B4-BE49-F238E27FC236}">
                <a16:creationId xmlns:a16="http://schemas.microsoft.com/office/drawing/2014/main" id="{74F87772-56CB-8B2F-97D0-906262D88C8A}"/>
              </a:ext>
            </a:extLst>
          </p:cNvPr>
          <p:cNvGrpSpPr/>
          <p:nvPr userDrawn="1"/>
        </p:nvGrpSpPr>
        <p:grpSpPr>
          <a:xfrm>
            <a:off x="285356" y="135514"/>
            <a:ext cx="635280" cy="147600"/>
            <a:chOff x="2147366" y="4139382"/>
            <a:chExt cx="635280" cy="147600"/>
          </a:xfrm>
        </p:grpSpPr>
        <p:sp>
          <p:nvSpPr>
            <p:cNvPr id="158" name="Google Shape;53;p2">
              <a:extLst>
                <a:ext uri="{FF2B5EF4-FFF2-40B4-BE49-F238E27FC236}">
                  <a16:creationId xmlns:a16="http://schemas.microsoft.com/office/drawing/2014/main" id="{F0C04A32-996E-9BF8-9A0F-3800FF12B804}"/>
                </a:ext>
              </a:extLst>
            </p:cNvPr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54;p2">
              <a:extLst>
                <a:ext uri="{FF2B5EF4-FFF2-40B4-BE49-F238E27FC236}">
                  <a16:creationId xmlns:a16="http://schemas.microsoft.com/office/drawing/2014/main" id="{3CFB677A-9669-54FD-8289-8291E8424C12}"/>
                </a:ext>
              </a:extLst>
            </p:cNvPr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55;p2">
              <a:extLst>
                <a:ext uri="{FF2B5EF4-FFF2-40B4-BE49-F238E27FC236}">
                  <a16:creationId xmlns:a16="http://schemas.microsoft.com/office/drawing/2014/main" id="{C9752A8A-FDE3-CE0F-EA89-52B53E8084B3}"/>
                </a:ext>
              </a:extLst>
            </p:cNvPr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9" r:id="rId2"/>
    <p:sldLayoutId id="2147483651" r:id="rId3"/>
    <p:sldLayoutId id="2147483652" r:id="rId4"/>
    <p:sldLayoutId id="2147483672" r:id="rId5"/>
    <p:sldLayoutId id="2147483653" r:id="rId6"/>
    <p:sldLayoutId id="2147483656" r:id="rId7"/>
    <p:sldLayoutId id="2147483671" r:id="rId8"/>
    <p:sldLayoutId id="2147483657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40" baseline="0">
          <a:solidFill>
            <a:srgbClr val="000000"/>
          </a:solidFill>
          <a:latin typeface="Syne" pitchFamily="2" charset="0"/>
          <a:ea typeface="Syne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70" baseline="0">
          <a:solidFill>
            <a:srgbClr val="000000"/>
          </a:solidFill>
          <a:latin typeface="Syne" pitchFamily="2" charset="0"/>
          <a:ea typeface="Syne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jpe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1.png"/><Relationship Id="rId4" Type="http://schemas.openxmlformats.org/officeDocument/2006/relationships/image" Target="../media/image1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png"/><Relationship Id="rId4" Type="http://schemas.openxmlformats.org/officeDocument/2006/relationships/image" Target="../media/image27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2.png"/><Relationship Id="rId4" Type="http://schemas.openxmlformats.org/officeDocument/2006/relationships/image" Target="../media/image18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4.png"/><Relationship Id="rId4" Type="http://schemas.openxmlformats.org/officeDocument/2006/relationships/image" Target="../media/image9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2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bg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COMPLETE</a:t>
            </a:r>
            <a:br>
              <a:rPr lang="en" dirty="0">
                <a:solidFill>
                  <a:schemeClr val="accent5">
                    <a:lumMod val="75000"/>
                  </a:schemeClr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</a:br>
            <a:r>
              <a:rPr lang="en" dirty="0">
                <a:solidFill>
                  <a:schemeClr val="accent5">
                    <a:lumMod val="75000"/>
                  </a:schemeClr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HTML COURSE</a:t>
            </a:r>
            <a:endParaRPr sz="5000" dirty="0">
              <a:latin typeface="Mont Heavy DEMO" panose="00000A00000000000000" pitchFamily="50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  <p:sp>
        <p:nvSpPr>
          <p:cNvPr id="381" name="Google Shape;381;p2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sz="2400" spc="100" dirty="0">
                <a:solidFill>
                  <a:schemeClr val="accent1"/>
                </a:solidFill>
              </a:rPr>
              <a:t>&lt;p&gt; </a:t>
            </a:r>
            <a:r>
              <a:rPr lang="en" sz="2400" spc="100" dirty="0"/>
              <a:t>The Best HTML Course in</a:t>
            </a:r>
            <a:r>
              <a:rPr lang="en" sz="2400" spc="100" dirty="0">
                <a:solidFill>
                  <a:srgbClr val="FBE9DC"/>
                </a:solidFill>
              </a:rPr>
              <a:t> </a:t>
            </a:r>
            <a:r>
              <a:rPr lang="en" sz="2400" spc="100" dirty="0"/>
              <a:t>Entire Internet </a:t>
            </a:r>
            <a:r>
              <a:rPr lang="en" sz="2400" spc="100" dirty="0">
                <a:solidFill>
                  <a:schemeClr val="accent1"/>
                </a:solidFill>
              </a:rPr>
              <a:t>&lt;/p&gt;</a:t>
            </a:r>
            <a:endParaRPr sz="2400" spc="1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11;p25">
            <a:extLst>
              <a:ext uri="{FF2B5EF4-FFF2-40B4-BE49-F238E27FC236}">
                <a16:creationId xmlns:a16="http://schemas.microsoft.com/office/drawing/2014/main" id="{A4F534FC-5229-2A88-4CEA-02B4F3ADA3C8}"/>
              </a:ext>
            </a:extLst>
          </p:cNvPr>
          <p:cNvSpPr txBox="1">
            <a:spLocks/>
          </p:cNvSpPr>
          <p:nvPr/>
        </p:nvSpPr>
        <p:spPr>
          <a:xfrm>
            <a:off x="201985" y="496144"/>
            <a:ext cx="3986581" cy="94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6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US" sz="3500" dirty="0">
                <a:solidFill>
                  <a:schemeClr val="tx2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COURSE TOPICS</a:t>
            </a:r>
          </a:p>
        </p:txBody>
      </p:sp>
      <p:grpSp>
        <p:nvGrpSpPr>
          <p:cNvPr id="5" name="Google Shape;1469;p29">
            <a:extLst>
              <a:ext uri="{FF2B5EF4-FFF2-40B4-BE49-F238E27FC236}">
                <a16:creationId xmlns:a16="http://schemas.microsoft.com/office/drawing/2014/main" id="{4CE699EC-6BE5-9ED7-218C-797F42A28CD6}"/>
              </a:ext>
            </a:extLst>
          </p:cNvPr>
          <p:cNvGrpSpPr/>
          <p:nvPr/>
        </p:nvGrpSpPr>
        <p:grpSpPr>
          <a:xfrm>
            <a:off x="2473319" y="1448146"/>
            <a:ext cx="7063254" cy="536853"/>
            <a:chOff x="2112327" y="1758117"/>
            <a:chExt cx="4952962" cy="577199"/>
          </a:xfrm>
        </p:grpSpPr>
        <p:sp>
          <p:nvSpPr>
            <p:cNvPr id="6" name="Google Shape;1470;p29">
              <a:extLst>
                <a:ext uri="{FF2B5EF4-FFF2-40B4-BE49-F238E27FC236}">
                  <a16:creationId xmlns:a16="http://schemas.microsoft.com/office/drawing/2014/main" id="{ACCF47EE-5DB7-0A5E-74AD-65FCA3BAAF8A}"/>
                </a:ext>
              </a:extLst>
            </p:cNvPr>
            <p:cNvSpPr/>
            <p:nvPr/>
          </p:nvSpPr>
          <p:spPr>
            <a:xfrm>
              <a:off x="4558967" y="1758117"/>
              <a:ext cx="16159" cy="565983"/>
            </a:xfrm>
            <a:custGeom>
              <a:avLst/>
              <a:gdLst/>
              <a:ahLst/>
              <a:cxnLst/>
              <a:rect l="l" t="t" r="r" b="b"/>
              <a:pathLst>
                <a:path w="548" h="19194" extrusionOk="0">
                  <a:moveTo>
                    <a:pt x="274" y="0"/>
                  </a:moveTo>
                  <a:cubicBezTo>
                    <a:pt x="119" y="0"/>
                    <a:pt x="0" y="119"/>
                    <a:pt x="0" y="274"/>
                  </a:cubicBezTo>
                  <a:lnTo>
                    <a:pt x="0" y="18931"/>
                  </a:lnTo>
                  <a:cubicBezTo>
                    <a:pt x="0" y="19074"/>
                    <a:pt x="119" y="19193"/>
                    <a:pt x="274" y="19193"/>
                  </a:cubicBezTo>
                  <a:cubicBezTo>
                    <a:pt x="417" y="19193"/>
                    <a:pt x="548" y="19074"/>
                    <a:pt x="548" y="18931"/>
                  </a:cubicBezTo>
                  <a:lnTo>
                    <a:pt x="548" y="274"/>
                  </a:lnTo>
                  <a:cubicBezTo>
                    <a:pt x="548" y="119"/>
                    <a:pt x="417" y="0"/>
                    <a:pt x="274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471;p29">
              <a:extLst>
                <a:ext uri="{FF2B5EF4-FFF2-40B4-BE49-F238E27FC236}">
                  <a16:creationId xmlns:a16="http://schemas.microsoft.com/office/drawing/2014/main" id="{392ED90C-6A34-F7D5-5CD5-4E39ABFD20CD}"/>
                </a:ext>
              </a:extLst>
            </p:cNvPr>
            <p:cNvSpPr/>
            <p:nvPr/>
          </p:nvSpPr>
          <p:spPr>
            <a:xfrm>
              <a:off x="2139366" y="2147811"/>
              <a:ext cx="4899083" cy="176276"/>
            </a:xfrm>
            <a:custGeom>
              <a:avLst/>
              <a:gdLst/>
              <a:ahLst/>
              <a:cxnLst/>
              <a:rect l="l" t="t" r="r" b="b"/>
              <a:pathLst>
                <a:path w="166141" h="5978" extrusionOk="0">
                  <a:moveTo>
                    <a:pt x="5715" y="0"/>
                  </a:moveTo>
                  <a:cubicBezTo>
                    <a:pt x="2560" y="0"/>
                    <a:pt x="0" y="2560"/>
                    <a:pt x="0" y="5715"/>
                  </a:cubicBezTo>
                  <a:cubicBezTo>
                    <a:pt x="0" y="5858"/>
                    <a:pt x="120" y="5977"/>
                    <a:pt x="274" y="5977"/>
                  </a:cubicBezTo>
                  <a:cubicBezTo>
                    <a:pt x="417" y="5977"/>
                    <a:pt x="548" y="5858"/>
                    <a:pt x="548" y="5715"/>
                  </a:cubicBezTo>
                  <a:cubicBezTo>
                    <a:pt x="548" y="2858"/>
                    <a:pt x="2858" y="536"/>
                    <a:pt x="5715" y="536"/>
                  </a:cubicBezTo>
                  <a:lnTo>
                    <a:pt x="160425" y="536"/>
                  </a:lnTo>
                  <a:cubicBezTo>
                    <a:pt x="163283" y="536"/>
                    <a:pt x="165604" y="2858"/>
                    <a:pt x="165604" y="5715"/>
                  </a:cubicBezTo>
                  <a:cubicBezTo>
                    <a:pt x="165604" y="5858"/>
                    <a:pt x="165724" y="5977"/>
                    <a:pt x="165866" y="5977"/>
                  </a:cubicBezTo>
                  <a:cubicBezTo>
                    <a:pt x="166021" y="5977"/>
                    <a:pt x="166140" y="5858"/>
                    <a:pt x="166140" y="5715"/>
                  </a:cubicBezTo>
                  <a:cubicBezTo>
                    <a:pt x="166140" y="2560"/>
                    <a:pt x="163580" y="0"/>
                    <a:pt x="160425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472;p29">
              <a:extLst>
                <a:ext uri="{FF2B5EF4-FFF2-40B4-BE49-F238E27FC236}">
                  <a16:creationId xmlns:a16="http://schemas.microsoft.com/office/drawing/2014/main" id="{7423529E-A9F7-66F6-FC68-F27DC4C07CA9}"/>
                </a:ext>
              </a:extLst>
            </p:cNvPr>
            <p:cNvSpPr/>
            <p:nvPr/>
          </p:nvSpPr>
          <p:spPr>
            <a:xfrm>
              <a:off x="4524910" y="1758117"/>
              <a:ext cx="84275" cy="15835"/>
            </a:xfrm>
            <a:custGeom>
              <a:avLst/>
              <a:gdLst/>
              <a:ahLst/>
              <a:cxnLst/>
              <a:rect l="l" t="t" r="r" b="b"/>
              <a:pathLst>
                <a:path w="2858" h="537" extrusionOk="0">
                  <a:moveTo>
                    <a:pt x="274" y="0"/>
                  </a:moveTo>
                  <a:cubicBezTo>
                    <a:pt x="119" y="0"/>
                    <a:pt x="0" y="119"/>
                    <a:pt x="0" y="274"/>
                  </a:cubicBezTo>
                  <a:cubicBezTo>
                    <a:pt x="0" y="417"/>
                    <a:pt x="119" y="536"/>
                    <a:pt x="274" y="536"/>
                  </a:cubicBezTo>
                  <a:lnTo>
                    <a:pt x="2584" y="536"/>
                  </a:lnTo>
                  <a:cubicBezTo>
                    <a:pt x="2739" y="536"/>
                    <a:pt x="2858" y="417"/>
                    <a:pt x="2858" y="274"/>
                  </a:cubicBezTo>
                  <a:cubicBezTo>
                    <a:pt x="2858" y="119"/>
                    <a:pt x="2739" y="0"/>
                    <a:pt x="2584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473;p29">
              <a:extLst>
                <a:ext uri="{FF2B5EF4-FFF2-40B4-BE49-F238E27FC236}">
                  <a16:creationId xmlns:a16="http://schemas.microsoft.com/office/drawing/2014/main" id="{489AD183-25A0-A790-0E89-28D73951B32A}"/>
                </a:ext>
              </a:extLst>
            </p:cNvPr>
            <p:cNvSpPr/>
            <p:nvPr/>
          </p:nvSpPr>
          <p:spPr>
            <a:xfrm>
              <a:off x="2112327" y="2289729"/>
              <a:ext cx="70239" cy="45588"/>
            </a:xfrm>
            <a:custGeom>
              <a:avLst/>
              <a:gdLst/>
              <a:ahLst/>
              <a:cxnLst/>
              <a:rect l="l" t="t" r="r" b="b"/>
              <a:pathLst>
                <a:path w="2382" h="1546" extrusionOk="0">
                  <a:moveTo>
                    <a:pt x="298" y="0"/>
                  </a:moveTo>
                  <a:cubicBezTo>
                    <a:pt x="230" y="0"/>
                    <a:pt x="161" y="27"/>
                    <a:pt x="108" y="81"/>
                  </a:cubicBezTo>
                  <a:cubicBezTo>
                    <a:pt x="1" y="176"/>
                    <a:pt x="1" y="355"/>
                    <a:pt x="108" y="462"/>
                  </a:cubicBezTo>
                  <a:lnTo>
                    <a:pt x="1191" y="1545"/>
                  </a:lnTo>
                  <a:lnTo>
                    <a:pt x="2275" y="462"/>
                  </a:lnTo>
                  <a:cubicBezTo>
                    <a:pt x="2382" y="355"/>
                    <a:pt x="2382" y="176"/>
                    <a:pt x="2275" y="81"/>
                  </a:cubicBezTo>
                  <a:cubicBezTo>
                    <a:pt x="2221" y="27"/>
                    <a:pt x="2153" y="0"/>
                    <a:pt x="2084" y="0"/>
                  </a:cubicBezTo>
                  <a:cubicBezTo>
                    <a:pt x="2016" y="0"/>
                    <a:pt x="1947" y="27"/>
                    <a:pt x="1894" y="81"/>
                  </a:cubicBezTo>
                  <a:lnTo>
                    <a:pt x="1191" y="771"/>
                  </a:lnTo>
                  <a:lnTo>
                    <a:pt x="489" y="81"/>
                  </a:lnTo>
                  <a:cubicBezTo>
                    <a:pt x="435" y="27"/>
                    <a:pt x="367" y="0"/>
                    <a:pt x="29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474;p29">
              <a:extLst>
                <a:ext uri="{FF2B5EF4-FFF2-40B4-BE49-F238E27FC236}">
                  <a16:creationId xmlns:a16="http://schemas.microsoft.com/office/drawing/2014/main" id="{BF395936-C47A-9A0D-4AF4-B2EDE31868D9}"/>
                </a:ext>
              </a:extLst>
            </p:cNvPr>
            <p:cNvSpPr/>
            <p:nvPr/>
          </p:nvSpPr>
          <p:spPr>
            <a:xfrm>
              <a:off x="4531928" y="2289729"/>
              <a:ext cx="70239" cy="45588"/>
            </a:xfrm>
            <a:custGeom>
              <a:avLst/>
              <a:gdLst/>
              <a:ahLst/>
              <a:cxnLst/>
              <a:rect l="l" t="t" r="r" b="b"/>
              <a:pathLst>
                <a:path w="2382" h="1546" extrusionOk="0">
                  <a:moveTo>
                    <a:pt x="298" y="0"/>
                  </a:moveTo>
                  <a:cubicBezTo>
                    <a:pt x="230" y="0"/>
                    <a:pt x="161" y="27"/>
                    <a:pt x="108" y="81"/>
                  </a:cubicBezTo>
                  <a:cubicBezTo>
                    <a:pt x="1" y="176"/>
                    <a:pt x="1" y="355"/>
                    <a:pt x="108" y="462"/>
                  </a:cubicBezTo>
                  <a:lnTo>
                    <a:pt x="1191" y="1545"/>
                  </a:lnTo>
                  <a:lnTo>
                    <a:pt x="2275" y="462"/>
                  </a:lnTo>
                  <a:cubicBezTo>
                    <a:pt x="2382" y="355"/>
                    <a:pt x="2382" y="176"/>
                    <a:pt x="2275" y="81"/>
                  </a:cubicBezTo>
                  <a:cubicBezTo>
                    <a:pt x="2221" y="27"/>
                    <a:pt x="2153" y="0"/>
                    <a:pt x="2084" y="0"/>
                  </a:cubicBezTo>
                  <a:cubicBezTo>
                    <a:pt x="2016" y="0"/>
                    <a:pt x="1947" y="27"/>
                    <a:pt x="1894" y="81"/>
                  </a:cubicBezTo>
                  <a:lnTo>
                    <a:pt x="1191" y="771"/>
                  </a:lnTo>
                  <a:lnTo>
                    <a:pt x="489" y="81"/>
                  </a:lnTo>
                  <a:cubicBezTo>
                    <a:pt x="435" y="27"/>
                    <a:pt x="367" y="0"/>
                    <a:pt x="29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475;p29">
              <a:extLst>
                <a:ext uri="{FF2B5EF4-FFF2-40B4-BE49-F238E27FC236}">
                  <a16:creationId xmlns:a16="http://schemas.microsoft.com/office/drawing/2014/main" id="{3D23DDA3-1CAC-48FC-65AD-93444367E33C}"/>
                </a:ext>
              </a:extLst>
            </p:cNvPr>
            <p:cNvSpPr/>
            <p:nvPr/>
          </p:nvSpPr>
          <p:spPr>
            <a:xfrm>
              <a:off x="6995050" y="2289729"/>
              <a:ext cx="70239" cy="45588"/>
            </a:xfrm>
            <a:custGeom>
              <a:avLst/>
              <a:gdLst/>
              <a:ahLst/>
              <a:cxnLst/>
              <a:rect l="l" t="t" r="r" b="b"/>
              <a:pathLst>
                <a:path w="2382" h="1546" extrusionOk="0">
                  <a:moveTo>
                    <a:pt x="298" y="0"/>
                  </a:moveTo>
                  <a:cubicBezTo>
                    <a:pt x="230" y="0"/>
                    <a:pt x="161" y="27"/>
                    <a:pt x="108" y="81"/>
                  </a:cubicBezTo>
                  <a:cubicBezTo>
                    <a:pt x="1" y="176"/>
                    <a:pt x="1" y="355"/>
                    <a:pt x="108" y="462"/>
                  </a:cubicBezTo>
                  <a:lnTo>
                    <a:pt x="1191" y="1545"/>
                  </a:lnTo>
                  <a:lnTo>
                    <a:pt x="2275" y="462"/>
                  </a:lnTo>
                  <a:cubicBezTo>
                    <a:pt x="2382" y="355"/>
                    <a:pt x="2382" y="176"/>
                    <a:pt x="2275" y="81"/>
                  </a:cubicBezTo>
                  <a:cubicBezTo>
                    <a:pt x="2221" y="27"/>
                    <a:pt x="2153" y="0"/>
                    <a:pt x="2084" y="0"/>
                  </a:cubicBezTo>
                  <a:cubicBezTo>
                    <a:pt x="2016" y="0"/>
                    <a:pt x="1947" y="27"/>
                    <a:pt x="1894" y="81"/>
                  </a:cubicBezTo>
                  <a:lnTo>
                    <a:pt x="1191" y="771"/>
                  </a:lnTo>
                  <a:lnTo>
                    <a:pt x="489" y="81"/>
                  </a:lnTo>
                  <a:cubicBezTo>
                    <a:pt x="435" y="27"/>
                    <a:pt x="367" y="0"/>
                    <a:pt x="29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2612;p40">
            <a:extLst>
              <a:ext uri="{FF2B5EF4-FFF2-40B4-BE49-F238E27FC236}">
                <a16:creationId xmlns:a16="http://schemas.microsoft.com/office/drawing/2014/main" id="{5122B426-BDF7-8EEF-95D3-8FE7F7272749}"/>
              </a:ext>
            </a:extLst>
          </p:cNvPr>
          <p:cNvGrpSpPr/>
          <p:nvPr/>
        </p:nvGrpSpPr>
        <p:grpSpPr>
          <a:xfrm>
            <a:off x="8659589" y="2184870"/>
            <a:ext cx="1932033" cy="432337"/>
            <a:chOff x="3674125" y="1222125"/>
            <a:chExt cx="1755300" cy="361425"/>
          </a:xfrm>
          <a:solidFill>
            <a:srgbClr val="FF6D00"/>
          </a:solidFill>
        </p:grpSpPr>
        <p:grpSp>
          <p:nvGrpSpPr>
            <p:cNvPr id="31" name="Google Shape;2613;p40">
              <a:extLst>
                <a:ext uri="{FF2B5EF4-FFF2-40B4-BE49-F238E27FC236}">
                  <a16:creationId xmlns:a16="http://schemas.microsoft.com/office/drawing/2014/main" id="{71468BF8-5BA0-4B4A-1160-9BBFDD7B84C1}"/>
                </a:ext>
              </a:extLst>
            </p:cNvPr>
            <p:cNvGrpSpPr/>
            <p:nvPr/>
          </p:nvGrpSpPr>
          <p:grpSpPr>
            <a:xfrm>
              <a:off x="3890825" y="1255525"/>
              <a:ext cx="1333825" cy="314375"/>
              <a:chOff x="3890825" y="1255525"/>
              <a:chExt cx="1333825" cy="314375"/>
            </a:xfrm>
            <a:grpFill/>
          </p:grpSpPr>
          <p:sp>
            <p:nvSpPr>
              <p:cNvPr id="61" name="Google Shape;2614;p40">
                <a:extLst>
                  <a:ext uri="{FF2B5EF4-FFF2-40B4-BE49-F238E27FC236}">
                    <a16:creationId xmlns:a16="http://schemas.microsoft.com/office/drawing/2014/main" id="{466837EA-A4AF-D046-1E1B-AE7940E03F60}"/>
                  </a:ext>
                </a:extLst>
              </p:cNvPr>
              <p:cNvSpPr/>
              <p:nvPr/>
            </p:nvSpPr>
            <p:spPr>
              <a:xfrm>
                <a:off x="3890825" y="1296425"/>
                <a:ext cx="17875" cy="268200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0728" extrusionOk="0">
                    <a:moveTo>
                      <a:pt x="358" y="0"/>
                    </a:moveTo>
                    <a:cubicBezTo>
                      <a:pt x="250" y="0"/>
                      <a:pt x="143" y="72"/>
                      <a:pt x="143" y="215"/>
                    </a:cubicBezTo>
                    <a:cubicBezTo>
                      <a:pt x="119" y="3620"/>
                      <a:pt x="0" y="7037"/>
                      <a:pt x="60" y="10442"/>
                    </a:cubicBezTo>
                    <a:cubicBezTo>
                      <a:pt x="66" y="10632"/>
                      <a:pt x="212" y="10728"/>
                      <a:pt x="358" y="10728"/>
                    </a:cubicBezTo>
                    <a:cubicBezTo>
                      <a:pt x="503" y="10728"/>
                      <a:pt x="649" y="10632"/>
                      <a:pt x="655" y="10442"/>
                    </a:cubicBezTo>
                    <a:cubicBezTo>
                      <a:pt x="715" y="7037"/>
                      <a:pt x="584" y="3620"/>
                      <a:pt x="572" y="215"/>
                    </a:cubicBezTo>
                    <a:cubicBezTo>
                      <a:pt x="572" y="72"/>
                      <a:pt x="465" y="0"/>
                      <a:pt x="3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Google Shape;2615;p40">
                <a:extLst>
                  <a:ext uri="{FF2B5EF4-FFF2-40B4-BE49-F238E27FC236}">
                    <a16:creationId xmlns:a16="http://schemas.microsoft.com/office/drawing/2014/main" id="{DB786C73-961A-3A5B-A711-93D29D26B8FC}"/>
                  </a:ext>
                </a:extLst>
              </p:cNvPr>
              <p:cNvSpPr/>
              <p:nvPr/>
            </p:nvSpPr>
            <p:spPr>
              <a:xfrm>
                <a:off x="3893500" y="1544750"/>
                <a:ext cx="133115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53246" h="1006" extrusionOk="0">
                    <a:moveTo>
                      <a:pt x="43362" y="1"/>
                    </a:moveTo>
                    <a:cubicBezTo>
                      <a:pt x="37779" y="1"/>
                      <a:pt x="32196" y="65"/>
                      <a:pt x="26623" y="80"/>
                    </a:cubicBezTo>
                    <a:cubicBezTo>
                      <a:pt x="17824" y="92"/>
                      <a:pt x="9037" y="152"/>
                      <a:pt x="251" y="307"/>
                    </a:cubicBezTo>
                    <a:cubicBezTo>
                      <a:pt x="1" y="318"/>
                      <a:pt x="1" y="699"/>
                      <a:pt x="251" y="699"/>
                    </a:cubicBezTo>
                    <a:cubicBezTo>
                      <a:pt x="8942" y="854"/>
                      <a:pt x="17634" y="914"/>
                      <a:pt x="26325" y="938"/>
                    </a:cubicBezTo>
                    <a:cubicBezTo>
                      <a:pt x="31923" y="945"/>
                      <a:pt x="37525" y="1006"/>
                      <a:pt x="43126" y="1006"/>
                    </a:cubicBezTo>
                    <a:cubicBezTo>
                      <a:pt x="46317" y="1006"/>
                      <a:pt x="49508" y="986"/>
                      <a:pt x="52698" y="926"/>
                    </a:cubicBezTo>
                    <a:cubicBezTo>
                      <a:pt x="53245" y="914"/>
                      <a:pt x="53245" y="92"/>
                      <a:pt x="52698" y="80"/>
                    </a:cubicBezTo>
                    <a:cubicBezTo>
                      <a:pt x="49587" y="21"/>
                      <a:pt x="46474" y="1"/>
                      <a:pt x="433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Google Shape;2616;p40">
                <a:extLst>
                  <a:ext uri="{FF2B5EF4-FFF2-40B4-BE49-F238E27FC236}">
                    <a16:creationId xmlns:a16="http://schemas.microsoft.com/office/drawing/2014/main" id="{2BB6BD18-BCC6-5DA4-ABB1-ED685E4DA17A}"/>
                  </a:ext>
                </a:extLst>
              </p:cNvPr>
              <p:cNvSpPr/>
              <p:nvPr/>
            </p:nvSpPr>
            <p:spPr>
              <a:xfrm>
                <a:off x="5194850" y="1280425"/>
                <a:ext cx="19075" cy="2749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10999" extrusionOk="0">
                    <a:moveTo>
                      <a:pt x="380" y="0"/>
                    </a:moveTo>
                    <a:cubicBezTo>
                      <a:pt x="212" y="0"/>
                      <a:pt x="42" y="110"/>
                      <a:pt x="36" y="331"/>
                    </a:cubicBezTo>
                    <a:cubicBezTo>
                      <a:pt x="1" y="3819"/>
                      <a:pt x="108" y="7320"/>
                      <a:pt x="191" y="10820"/>
                    </a:cubicBezTo>
                    <a:cubicBezTo>
                      <a:pt x="191" y="10939"/>
                      <a:pt x="283" y="10999"/>
                      <a:pt x="376" y="10999"/>
                    </a:cubicBezTo>
                    <a:cubicBezTo>
                      <a:pt x="468" y="10999"/>
                      <a:pt x="560" y="10939"/>
                      <a:pt x="560" y="10820"/>
                    </a:cubicBezTo>
                    <a:cubicBezTo>
                      <a:pt x="644" y="7320"/>
                      <a:pt x="763" y="3819"/>
                      <a:pt x="715" y="331"/>
                    </a:cubicBezTo>
                    <a:cubicBezTo>
                      <a:pt x="715" y="110"/>
                      <a:pt x="548" y="0"/>
                      <a:pt x="3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48" name="Google Shape;2617;p40">
                <a:extLst>
                  <a:ext uri="{FF2B5EF4-FFF2-40B4-BE49-F238E27FC236}">
                    <a16:creationId xmlns:a16="http://schemas.microsoft.com/office/drawing/2014/main" id="{029AC88F-104A-6214-F65E-DC040C2E7A63}"/>
                  </a:ext>
                </a:extLst>
              </p:cNvPr>
              <p:cNvSpPr/>
              <p:nvPr/>
            </p:nvSpPr>
            <p:spPr>
              <a:xfrm>
                <a:off x="3892000" y="1255525"/>
                <a:ext cx="1319250" cy="26850"/>
              </a:xfrm>
              <a:custGeom>
                <a:avLst/>
                <a:gdLst/>
                <a:ahLst/>
                <a:cxnLst/>
                <a:rect l="l" t="t" r="r" b="b"/>
                <a:pathLst>
                  <a:path w="52770" h="1074" extrusionOk="0">
                    <a:moveTo>
                      <a:pt x="49607" y="1"/>
                    </a:moveTo>
                    <a:cubicBezTo>
                      <a:pt x="48399" y="1"/>
                      <a:pt x="47185" y="53"/>
                      <a:pt x="45995" y="53"/>
                    </a:cubicBezTo>
                    <a:lnTo>
                      <a:pt x="39470" y="53"/>
                    </a:lnTo>
                    <a:cubicBezTo>
                      <a:pt x="35124" y="65"/>
                      <a:pt x="30767" y="76"/>
                      <a:pt x="26421" y="88"/>
                    </a:cubicBezTo>
                    <a:cubicBezTo>
                      <a:pt x="17717" y="100"/>
                      <a:pt x="9014" y="231"/>
                      <a:pt x="311" y="291"/>
                    </a:cubicBezTo>
                    <a:cubicBezTo>
                      <a:pt x="1" y="303"/>
                      <a:pt x="1" y="767"/>
                      <a:pt x="311" y="779"/>
                    </a:cubicBezTo>
                    <a:cubicBezTo>
                      <a:pt x="8919" y="838"/>
                      <a:pt x="17515" y="969"/>
                      <a:pt x="26123" y="993"/>
                    </a:cubicBezTo>
                    <a:cubicBezTo>
                      <a:pt x="30469" y="993"/>
                      <a:pt x="34827" y="1005"/>
                      <a:pt x="39173" y="1017"/>
                    </a:cubicBezTo>
                    <a:lnTo>
                      <a:pt x="45697" y="1017"/>
                    </a:lnTo>
                    <a:cubicBezTo>
                      <a:pt x="46954" y="1017"/>
                      <a:pt x="48240" y="1074"/>
                      <a:pt x="49518" y="1074"/>
                    </a:cubicBezTo>
                    <a:cubicBezTo>
                      <a:pt x="50431" y="1074"/>
                      <a:pt x="51341" y="1045"/>
                      <a:pt x="52234" y="946"/>
                    </a:cubicBezTo>
                    <a:cubicBezTo>
                      <a:pt x="52769" y="898"/>
                      <a:pt x="52769" y="172"/>
                      <a:pt x="52234" y="124"/>
                    </a:cubicBezTo>
                    <a:cubicBezTo>
                      <a:pt x="51369" y="29"/>
                      <a:pt x="50490" y="1"/>
                      <a:pt x="4960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5" name="Google Shape;2618;p40">
              <a:extLst>
                <a:ext uri="{FF2B5EF4-FFF2-40B4-BE49-F238E27FC236}">
                  <a16:creationId xmlns:a16="http://schemas.microsoft.com/office/drawing/2014/main" id="{09D58E9D-028B-F39B-C6A7-CBE4CE33D10E}"/>
                </a:ext>
              </a:extLst>
            </p:cNvPr>
            <p:cNvSpPr/>
            <p:nvPr/>
          </p:nvSpPr>
          <p:spPr>
            <a:xfrm>
              <a:off x="3683075" y="1222125"/>
              <a:ext cx="116550" cy="85450"/>
            </a:xfrm>
            <a:custGeom>
              <a:avLst/>
              <a:gdLst/>
              <a:ahLst/>
              <a:cxnLst/>
              <a:rect l="l" t="t" r="r" b="b"/>
              <a:pathLst>
                <a:path w="4662" h="3418" extrusionOk="0">
                  <a:moveTo>
                    <a:pt x="347" y="0"/>
                  </a:moveTo>
                  <a:cubicBezTo>
                    <a:pt x="161" y="0"/>
                    <a:pt x="1" y="220"/>
                    <a:pt x="178" y="389"/>
                  </a:cubicBezTo>
                  <a:cubicBezTo>
                    <a:pt x="1357" y="1520"/>
                    <a:pt x="2762" y="2460"/>
                    <a:pt x="4119" y="3365"/>
                  </a:cubicBezTo>
                  <a:cubicBezTo>
                    <a:pt x="4172" y="3402"/>
                    <a:pt x="4224" y="3417"/>
                    <a:pt x="4273" y="3417"/>
                  </a:cubicBezTo>
                  <a:cubicBezTo>
                    <a:pt x="4509" y="3417"/>
                    <a:pt x="4662" y="3045"/>
                    <a:pt x="4405" y="2877"/>
                  </a:cubicBezTo>
                  <a:cubicBezTo>
                    <a:pt x="3072" y="1984"/>
                    <a:pt x="1774" y="1055"/>
                    <a:pt x="500" y="55"/>
                  </a:cubicBezTo>
                  <a:cubicBezTo>
                    <a:pt x="451" y="17"/>
                    <a:pt x="39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6" name="Google Shape;2619;p40">
              <a:extLst>
                <a:ext uri="{FF2B5EF4-FFF2-40B4-BE49-F238E27FC236}">
                  <a16:creationId xmlns:a16="http://schemas.microsoft.com/office/drawing/2014/main" id="{EFBFB4D5-EEED-8D94-5FF5-2818AD408F18}"/>
                </a:ext>
              </a:extLst>
            </p:cNvPr>
            <p:cNvSpPr/>
            <p:nvPr/>
          </p:nvSpPr>
          <p:spPr>
            <a:xfrm>
              <a:off x="3683075" y="1498100"/>
              <a:ext cx="116550" cy="85450"/>
            </a:xfrm>
            <a:custGeom>
              <a:avLst/>
              <a:gdLst/>
              <a:ahLst/>
              <a:cxnLst/>
              <a:rect l="l" t="t" r="r" b="b"/>
              <a:pathLst>
                <a:path w="4662" h="3418" extrusionOk="0">
                  <a:moveTo>
                    <a:pt x="4273" y="1"/>
                  </a:moveTo>
                  <a:cubicBezTo>
                    <a:pt x="4224" y="1"/>
                    <a:pt x="4172" y="17"/>
                    <a:pt x="4119" y="53"/>
                  </a:cubicBezTo>
                  <a:cubicBezTo>
                    <a:pt x="2762" y="958"/>
                    <a:pt x="1357" y="1899"/>
                    <a:pt x="178" y="3030"/>
                  </a:cubicBezTo>
                  <a:cubicBezTo>
                    <a:pt x="1" y="3198"/>
                    <a:pt x="161" y="3418"/>
                    <a:pt x="347" y="3418"/>
                  </a:cubicBezTo>
                  <a:cubicBezTo>
                    <a:pt x="398" y="3418"/>
                    <a:pt x="451" y="3401"/>
                    <a:pt x="500" y="3363"/>
                  </a:cubicBezTo>
                  <a:cubicBezTo>
                    <a:pt x="1774" y="2363"/>
                    <a:pt x="3072" y="1434"/>
                    <a:pt x="4405" y="541"/>
                  </a:cubicBezTo>
                  <a:cubicBezTo>
                    <a:pt x="4662" y="374"/>
                    <a:pt x="4509" y="1"/>
                    <a:pt x="42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7" name="Google Shape;2620;p40">
              <a:extLst>
                <a:ext uri="{FF2B5EF4-FFF2-40B4-BE49-F238E27FC236}">
                  <a16:creationId xmlns:a16="http://schemas.microsoft.com/office/drawing/2014/main" id="{FE1274C8-9C30-4FFF-BC65-AA58722C8612}"/>
                </a:ext>
              </a:extLst>
            </p:cNvPr>
            <p:cNvSpPr/>
            <p:nvPr/>
          </p:nvSpPr>
          <p:spPr>
            <a:xfrm>
              <a:off x="3674125" y="1394400"/>
              <a:ext cx="119375" cy="14325"/>
            </a:xfrm>
            <a:custGeom>
              <a:avLst/>
              <a:gdLst/>
              <a:ahLst/>
              <a:cxnLst/>
              <a:rect l="l" t="t" r="r" b="b"/>
              <a:pathLst>
                <a:path w="4775" h="573" extrusionOk="0">
                  <a:moveTo>
                    <a:pt x="1134" y="1"/>
                  </a:moveTo>
                  <a:cubicBezTo>
                    <a:pt x="871" y="1"/>
                    <a:pt x="608" y="4"/>
                    <a:pt x="346" y="10"/>
                  </a:cubicBezTo>
                  <a:cubicBezTo>
                    <a:pt x="1" y="22"/>
                    <a:pt x="1" y="546"/>
                    <a:pt x="346" y="558"/>
                  </a:cubicBezTo>
                  <a:cubicBezTo>
                    <a:pt x="642" y="568"/>
                    <a:pt x="939" y="572"/>
                    <a:pt x="1236" y="572"/>
                  </a:cubicBezTo>
                  <a:cubicBezTo>
                    <a:pt x="2335" y="572"/>
                    <a:pt x="3438" y="515"/>
                    <a:pt x="4525" y="486"/>
                  </a:cubicBezTo>
                  <a:cubicBezTo>
                    <a:pt x="4775" y="475"/>
                    <a:pt x="4775" y="105"/>
                    <a:pt x="4525" y="94"/>
                  </a:cubicBezTo>
                  <a:cubicBezTo>
                    <a:pt x="3404" y="55"/>
                    <a:pt x="2267" y="1"/>
                    <a:pt x="11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8" name="Google Shape;2621;p40">
              <a:extLst>
                <a:ext uri="{FF2B5EF4-FFF2-40B4-BE49-F238E27FC236}">
                  <a16:creationId xmlns:a16="http://schemas.microsoft.com/office/drawing/2014/main" id="{D67E7FF2-D6C5-E4BA-AB91-6BA512B7CB1C}"/>
                </a:ext>
              </a:extLst>
            </p:cNvPr>
            <p:cNvSpPr/>
            <p:nvPr/>
          </p:nvSpPr>
          <p:spPr>
            <a:xfrm>
              <a:off x="5303625" y="1222125"/>
              <a:ext cx="116625" cy="85450"/>
            </a:xfrm>
            <a:custGeom>
              <a:avLst/>
              <a:gdLst/>
              <a:ahLst/>
              <a:cxnLst/>
              <a:rect l="l" t="t" r="r" b="b"/>
              <a:pathLst>
                <a:path w="4665" h="3418" extrusionOk="0">
                  <a:moveTo>
                    <a:pt x="4315" y="0"/>
                  </a:moveTo>
                  <a:cubicBezTo>
                    <a:pt x="4264" y="0"/>
                    <a:pt x="4211" y="17"/>
                    <a:pt x="4163" y="55"/>
                  </a:cubicBezTo>
                  <a:cubicBezTo>
                    <a:pt x="2901" y="1055"/>
                    <a:pt x="1603" y="1984"/>
                    <a:pt x="257" y="2877"/>
                  </a:cubicBezTo>
                  <a:cubicBezTo>
                    <a:pt x="1" y="3045"/>
                    <a:pt x="162" y="3417"/>
                    <a:pt x="394" y="3417"/>
                  </a:cubicBezTo>
                  <a:cubicBezTo>
                    <a:pt x="442" y="3417"/>
                    <a:pt x="492" y="3402"/>
                    <a:pt x="543" y="3365"/>
                  </a:cubicBezTo>
                  <a:cubicBezTo>
                    <a:pt x="1900" y="2460"/>
                    <a:pt x="3305" y="1520"/>
                    <a:pt x="4496" y="389"/>
                  </a:cubicBezTo>
                  <a:cubicBezTo>
                    <a:pt x="4664" y="220"/>
                    <a:pt x="4502" y="0"/>
                    <a:pt x="43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9" name="Google Shape;2622;p40">
              <a:extLst>
                <a:ext uri="{FF2B5EF4-FFF2-40B4-BE49-F238E27FC236}">
                  <a16:creationId xmlns:a16="http://schemas.microsoft.com/office/drawing/2014/main" id="{DAF60FF9-C6E0-D6ED-1432-8CAF3142B3EE}"/>
                </a:ext>
              </a:extLst>
            </p:cNvPr>
            <p:cNvSpPr/>
            <p:nvPr/>
          </p:nvSpPr>
          <p:spPr>
            <a:xfrm>
              <a:off x="5303625" y="1498100"/>
              <a:ext cx="116625" cy="85450"/>
            </a:xfrm>
            <a:custGeom>
              <a:avLst/>
              <a:gdLst/>
              <a:ahLst/>
              <a:cxnLst/>
              <a:rect l="l" t="t" r="r" b="b"/>
              <a:pathLst>
                <a:path w="4665" h="3418" extrusionOk="0">
                  <a:moveTo>
                    <a:pt x="394" y="1"/>
                  </a:moveTo>
                  <a:cubicBezTo>
                    <a:pt x="162" y="1"/>
                    <a:pt x="1" y="374"/>
                    <a:pt x="257" y="541"/>
                  </a:cubicBezTo>
                  <a:cubicBezTo>
                    <a:pt x="1603" y="1434"/>
                    <a:pt x="2901" y="2363"/>
                    <a:pt x="4163" y="3363"/>
                  </a:cubicBezTo>
                  <a:cubicBezTo>
                    <a:pt x="4211" y="3401"/>
                    <a:pt x="4264" y="3418"/>
                    <a:pt x="4315" y="3418"/>
                  </a:cubicBezTo>
                  <a:cubicBezTo>
                    <a:pt x="4502" y="3418"/>
                    <a:pt x="4664" y="3198"/>
                    <a:pt x="4496" y="3030"/>
                  </a:cubicBezTo>
                  <a:cubicBezTo>
                    <a:pt x="3305" y="1899"/>
                    <a:pt x="1912" y="958"/>
                    <a:pt x="543" y="53"/>
                  </a:cubicBezTo>
                  <a:cubicBezTo>
                    <a:pt x="492" y="17"/>
                    <a:pt x="442" y="1"/>
                    <a:pt x="3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0" name="Google Shape;2623;p40">
              <a:extLst>
                <a:ext uri="{FF2B5EF4-FFF2-40B4-BE49-F238E27FC236}">
                  <a16:creationId xmlns:a16="http://schemas.microsoft.com/office/drawing/2014/main" id="{CD0F3224-E849-B6A6-9BF7-B558DD127A09}"/>
                </a:ext>
              </a:extLst>
            </p:cNvPr>
            <p:cNvSpPr/>
            <p:nvPr/>
          </p:nvSpPr>
          <p:spPr>
            <a:xfrm>
              <a:off x="5309750" y="1394400"/>
              <a:ext cx="119675" cy="14325"/>
            </a:xfrm>
            <a:custGeom>
              <a:avLst/>
              <a:gdLst/>
              <a:ahLst/>
              <a:cxnLst/>
              <a:rect l="l" t="t" r="r" b="b"/>
              <a:pathLst>
                <a:path w="4787" h="573" extrusionOk="0">
                  <a:moveTo>
                    <a:pt x="3647" y="1"/>
                  </a:moveTo>
                  <a:cubicBezTo>
                    <a:pt x="2520" y="1"/>
                    <a:pt x="1381" y="55"/>
                    <a:pt x="250" y="94"/>
                  </a:cubicBezTo>
                  <a:cubicBezTo>
                    <a:pt x="0" y="105"/>
                    <a:pt x="0" y="475"/>
                    <a:pt x="250" y="486"/>
                  </a:cubicBezTo>
                  <a:cubicBezTo>
                    <a:pt x="1347" y="515"/>
                    <a:pt x="2451" y="572"/>
                    <a:pt x="3546" y="572"/>
                  </a:cubicBezTo>
                  <a:cubicBezTo>
                    <a:pt x="3841" y="572"/>
                    <a:pt x="4136" y="568"/>
                    <a:pt x="4430" y="558"/>
                  </a:cubicBezTo>
                  <a:cubicBezTo>
                    <a:pt x="4787" y="546"/>
                    <a:pt x="4787" y="22"/>
                    <a:pt x="4430" y="10"/>
                  </a:cubicBezTo>
                  <a:cubicBezTo>
                    <a:pt x="4169" y="4"/>
                    <a:pt x="3908" y="1"/>
                    <a:pt x="3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1" name="Google Shape;2624;p40">
              <a:extLst>
                <a:ext uri="{FF2B5EF4-FFF2-40B4-BE49-F238E27FC236}">
                  <a16:creationId xmlns:a16="http://schemas.microsoft.com/office/drawing/2014/main" id="{A886DBA3-6C86-7128-6E8B-34BEED163899}"/>
                </a:ext>
              </a:extLst>
            </p:cNvPr>
            <p:cNvSpPr txBox="1"/>
            <p:nvPr/>
          </p:nvSpPr>
          <p:spPr>
            <a:xfrm>
              <a:off x="3973763" y="1283164"/>
              <a:ext cx="1149600" cy="2598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tx1"/>
                  </a:solidFill>
                  <a:latin typeface="Syne" pitchFamily="2" charset="0"/>
                  <a:sym typeface="Fira Sans Extra Condensed Medium"/>
                </a:rPr>
                <a:t>PRO LEVEL</a:t>
              </a:r>
              <a:endParaRPr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9" name="Group 448">
            <a:extLst>
              <a:ext uri="{FF2B5EF4-FFF2-40B4-BE49-F238E27FC236}">
                <a16:creationId xmlns:a16="http://schemas.microsoft.com/office/drawing/2014/main" id="{A23BF22E-C204-56FE-3445-3BC2A1DC882F}"/>
              </a:ext>
            </a:extLst>
          </p:cNvPr>
          <p:cNvGrpSpPr/>
          <p:nvPr/>
        </p:nvGrpSpPr>
        <p:grpSpPr>
          <a:xfrm>
            <a:off x="1668076" y="2151449"/>
            <a:ext cx="1755300" cy="432337"/>
            <a:chOff x="1758463" y="3312541"/>
            <a:chExt cx="1755300" cy="432337"/>
          </a:xfrm>
          <a:solidFill>
            <a:srgbClr val="0070C0"/>
          </a:solidFill>
        </p:grpSpPr>
        <p:grpSp>
          <p:nvGrpSpPr>
            <p:cNvPr id="450" name="Google Shape;2613;p40">
              <a:extLst>
                <a:ext uri="{FF2B5EF4-FFF2-40B4-BE49-F238E27FC236}">
                  <a16:creationId xmlns:a16="http://schemas.microsoft.com/office/drawing/2014/main" id="{1F3414D5-AB75-9AC5-5F2D-4E94395C4E59}"/>
                </a:ext>
              </a:extLst>
            </p:cNvPr>
            <p:cNvGrpSpPr/>
            <p:nvPr/>
          </p:nvGrpSpPr>
          <p:grpSpPr>
            <a:xfrm>
              <a:off x="1975163" y="3352494"/>
              <a:ext cx="1333825" cy="376056"/>
              <a:chOff x="3890825" y="1255525"/>
              <a:chExt cx="1333825" cy="314375"/>
            </a:xfrm>
            <a:grpFill/>
          </p:grpSpPr>
          <p:sp>
            <p:nvSpPr>
              <p:cNvPr id="458" name="Google Shape;2614;p40">
                <a:extLst>
                  <a:ext uri="{FF2B5EF4-FFF2-40B4-BE49-F238E27FC236}">
                    <a16:creationId xmlns:a16="http://schemas.microsoft.com/office/drawing/2014/main" id="{E7B6887D-B569-BDE4-C1F9-C0E7809129FC}"/>
                  </a:ext>
                </a:extLst>
              </p:cNvPr>
              <p:cNvSpPr/>
              <p:nvPr/>
            </p:nvSpPr>
            <p:spPr>
              <a:xfrm>
                <a:off x="3890825" y="1296425"/>
                <a:ext cx="17875" cy="268200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0728" extrusionOk="0">
                    <a:moveTo>
                      <a:pt x="358" y="0"/>
                    </a:moveTo>
                    <a:cubicBezTo>
                      <a:pt x="250" y="0"/>
                      <a:pt x="143" y="72"/>
                      <a:pt x="143" y="215"/>
                    </a:cubicBezTo>
                    <a:cubicBezTo>
                      <a:pt x="119" y="3620"/>
                      <a:pt x="0" y="7037"/>
                      <a:pt x="60" y="10442"/>
                    </a:cubicBezTo>
                    <a:cubicBezTo>
                      <a:pt x="66" y="10632"/>
                      <a:pt x="212" y="10728"/>
                      <a:pt x="358" y="10728"/>
                    </a:cubicBezTo>
                    <a:cubicBezTo>
                      <a:pt x="503" y="10728"/>
                      <a:pt x="649" y="10632"/>
                      <a:pt x="655" y="10442"/>
                    </a:cubicBezTo>
                    <a:cubicBezTo>
                      <a:pt x="715" y="7037"/>
                      <a:pt x="584" y="3620"/>
                      <a:pt x="572" y="215"/>
                    </a:cubicBezTo>
                    <a:cubicBezTo>
                      <a:pt x="572" y="72"/>
                      <a:pt x="465" y="0"/>
                      <a:pt x="3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2615;p40">
                <a:extLst>
                  <a:ext uri="{FF2B5EF4-FFF2-40B4-BE49-F238E27FC236}">
                    <a16:creationId xmlns:a16="http://schemas.microsoft.com/office/drawing/2014/main" id="{13C49493-A6E0-3104-5A51-C036298E3657}"/>
                  </a:ext>
                </a:extLst>
              </p:cNvPr>
              <p:cNvSpPr/>
              <p:nvPr/>
            </p:nvSpPr>
            <p:spPr>
              <a:xfrm>
                <a:off x="3893500" y="1544750"/>
                <a:ext cx="133115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53246" h="1006" extrusionOk="0">
                    <a:moveTo>
                      <a:pt x="43362" y="1"/>
                    </a:moveTo>
                    <a:cubicBezTo>
                      <a:pt x="37779" y="1"/>
                      <a:pt x="32196" y="65"/>
                      <a:pt x="26623" y="80"/>
                    </a:cubicBezTo>
                    <a:cubicBezTo>
                      <a:pt x="17824" y="92"/>
                      <a:pt x="9037" y="152"/>
                      <a:pt x="251" y="307"/>
                    </a:cubicBezTo>
                    <a:cubicBezTo>
                      <a:pt x="1" y="318"/>
                      <a:pt x="1" y="699"/>
                      <a:pt x="251" y="699"/>
                    </a:cubicBezTo>
                    <a:cubicBezTo>
                      <a:pt x="8942" y="854"/>
                      <a:pt x="17634" y="914"/>
                      <a:pt x="26325" y="938"/>
                    </a:cubicBezTo>
                    <a:cubicBezTo>
                      <a:pt x="31923" y="945"/>
                      <a:pt x="37525" y="1006"/>
                      <a:pt x="43126" y="1006"/>
                    </a:cubicBezTo>
                    <a:cubicBezTo>
                      <a:pt x="46317" y="1006"/>
                      <a:pt x="49508" y="986"/>
                      <a:pt x="52698" y="926"/>
                    </a:cubicBezTo>
                    <a:cubicBezTo>
                      <a:pt x="53245" y="914"/>
                      <a:pt x="53245" y="92"/>
                      <a:pt x="52698" y="80"/>
                    </a:cubicBezTo>
                    <a:cubicBezTo>
                      <a:pt x="49587" y="21"/>
                      <a:pt x="46474" y="1"/>
                      <a:pt x="433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2616;p40">
                <a:extLst>
                  <a:ext uri="{FF2B5EF4-FFF2-40B4-BE49-F238E27FC236}">
                    <a16:creationId xmlns:a16="http://schemas.microsoft.com/office/drawing/2014/main" id="{496FFF02-314D-5EE5-214E-E68BA0144E64}"/>
                  </a:ext>
                </a:extLst>
              </p:cNvPr>
              <p:cNvSpPr/>
              <p:nvPr/>
            </p:nvSpPr>
            <p:spPr>
              <a:xfrm>
                <a:off x="5194850" y="1280425"/>
                <a:ext cx="19075" cy="2749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10999" extrusionOk="0">
                    <a:moveTo>
                      <a:pt x="380" y="0"/>
                    </a:moveTo>
                    <a:cubicBezTo>
                      <a:pt x="212" y="0"/>
                      <a:pt x="42" y="110"/>
                      <a:pt x="36" y="331"/>
                    </a:cubicBezTo>
                    <a:cubicBezTo>
                      <a:pt x="1" y="3819"/>
                      <a:pt x="108" y="7320"/>
                      <a:pt x="191" y="10820"/>
                    </a:cubicBezTo>
                    <a:cubicBezTo>
                      <a:pt x="191" y="10939"/>
                      <a:pt x="283" y="10999"/>
                      <a:pt x="376" y="10999"/>
                    </a:cubicBezTo>
                    <a:cubicBezTo>
                      <a:pt x="468" y="10999"/>
                      <a:pt x="560" y="10939"/>
                      <a:pt x="560" y="10820"/>
                    </a:cubicBezTo>
                    <a:cubicBezTo>
                      <a:pt x="644" y="7320"/>
                      <a:pt x="763" y="3819"/>
                      <a:pt x="715" y="331"/>
                    </a:cubicBezTo>
                    <a:cubicBezTo>
                      <a:pt x="715" y="110"/>
                      <a:pt x="548" y="0"/>
                      <a:pt x="3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2617;p40">
                <a:extLst>
                  <a:ext uri="{FF2B5EF4-FFF2-40B4-BE49-F238E27FC236}">
                    <a16:creationId xmlns:a16="http://schemas.microsoft.com/office/drawing/2014/main" id="{344185F4-7784-EF32-B508-80E35A258919}"/>
                  </a:ext>
                </a:extLst>
              </p:cNvPr>
              <p:cNvSpPr/>
              <p:nvPr/>
            </p:nvSpPr>
            <p:spPr>
              <a:xfrm>
                <a:off x="3892000" y="1255525"/>
                <a:ext cx="1319250" cy="26850"/>
              </a:xfrm>
              <a:custGeom>
                <a:avLst/>
                <a:gdLst/>
                <a:ahLst/>
                <a:cxnLst/>
                <a:rect l="l" t="t" r="r" b="b"/>
                <a:pathLst>
                  <a:path w="52770" h="1074" extrusionOk="0">
                    <a:moveTo>
                      <a:pt x="49607" y="1"/>
                    </a:moveTo>
                    <a:cubicBezTo>
                      <a:pt x="48399" y="1"/>
                      <a:pt x="47185" y="53"/>
                      <a:pt x="45995" y="53"/>
                    </a:cubicBezTo>
                    <a:lnTo>
                      <a:pt x="39470" y="53"/>
                    </a:lnTo>
                    <a:cubicBezTo>
                      <a:pt x="35124" y="65"/>
                      <a:pt x="30767" y="76"/>
                      <a:pt x="26421" y="88"/>
                    </a:cubicBezTo>
                    <a:cubicBezTo>
                      <a:pt x="17717" y="100"/>
                      <a:pt x="9014" y="231"/>
                      <a:pt x="311" y="291"/>
                    </a:cubicBezTo>
                    <a:cubicBezTo>
                      <a:pt x="1" y="303"/>
                      <a:pt x="1" y="767"/>
                      <a:pt x="311" y="779"/>
                    </a:cubicBezTo>
                    <a:cubicBezTo>
                      <a:pt x="8919" y="838"/>
                      <a:pt x="17515" y="969"/>
                      <a:pt x="26123" y="993"/>
                    </a:cubicBezTo>
                    <a:cubicBezTo>
                      <a:pt x="30469" y="993"/>
                      <a:pt x="34827" y="1005"/>
                      <a:pt x="39173" y="1017"/>
                    </a:cubicBezTo>
                    <a:lnTo>
                      <a:pt x="45697" y="1017"/>
                    </a:lnTo>
                    <a:cubicBezTo>
                      <a:pt x="46954" y="1017"/>
                      <a:pt x="48240" y="1074"/>
                      <a:pt x="49518" y="1074"/>
                    </a:cubicBezTo>
                    <a:cubicBezTo>
                      <a:pt x="50431" y="1074"/>
                      <a:pt x="51341" y="1045"/>
                      <a:pt x="52234" y="946"/>
                    </a:cubicBezTo>
                    <a:cubicBezTo>
                      <a:pt x="52769" y="898"/>
                      <a:pt x="52769" y="172"/>
                      <a:pt x="52234" y="124"/>
                    </a:cubicBezTo>
                    <a:cubicBezTo>
                      <a:pt x="51369" y="29"/>
                      <a:pt x="50490" y="1"/>
                      <a:pt x="4960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1" name="Google Shape;2618;p40">
              <a:extLst>
                <a:ext uri="{FF2B5EF4-FFF2-40B4-BE49-F238E27FC236}">
                  <a16:creationId xmlns:a16="http://schemas.microsoft.com/office/drawing/2014/main" id="{AB25A6A8-8950-172A-F5E7-8FD83EEC6873}"/>
                </a:ext>
              </a:extLst>
            </p:cNvPr>
            <p:cNvSpPr/>
            <p:nvPr/>
          </p:nvSpPr>
          <p:spPr>
            <a:xfrm>
              <a:off x="1767413" y="3312541"/>
              <a:ext cx="116550" cy="102215"/>
            </a:xfrm>
            <a:custGeom>
              <a:avLst/>
              <a:gdLst/>
              <a:ahLst/>
              <a:cxnLst/>
              <a:rect l="l" t="t" r="r" b="b"/>
              <a:pathLst>
                <a:path w="4662" h="3418" extrusionOk="0">
                  <a:moveTo>
                    <a:pt x="347" y="0"/>
                  </a:moveTo>
                  <a:cubicBezTo>
                    <a:pt x="161" y="0"/>
                    <a:pt x="1" y="220"/>
                    <a:pt x="178" y="389"/>
                  </a:cubicBezTo>
                  <a:cubicBezTo>
                    <a:pt x="1357" y="1520"/>
                    <a:pt x="2762" y="2460"/>
                    <a:pt x="4119" y="3365"/>
                  </a:cubicBezTo>
                  <a:cubicBezTo>
                    <a:pt x="4172" y="3402"/>
                    <a:pt x="4224" y="3417"/>
                    <a:pt x="4273" y="3417"/>
                  </a:cubicBezTo>
                  <a:cubicBezTo>
                    <a:pt x="4509" y="3417"/>
                    <a:pt x="4662" y="3045"/>
                    <a:pt x="4405" y="2877"/>
                  </a:cubicBezTo>
                  <a:cubicBezTo>
                    <a:pt x="3072" y="1984"/>
                    <a:pt x="1774" y="1055"/>
                    <a:pt x="500" y="55"/>
                  </a:cubicBezTo>
                  <a:cubicBezTo>
                    <a:pt x="451" y="17"/>
                    <a:pt x="39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2619;p40">
              <a:extLst>
                <a:ext uri="{FF2B5EF4-FFF2-40B4-BE49-F238E27FC236}">
                  <a16:creationId xmlns:a16="http://schemas.microsoft.com/office/drawing/2014/main" id="{09F63521-ED47-8C6C-9B17-14A8720BB97D}"/>
                </a:ext>
              </a:extLst>
            </p:cNvPr>
            <p:cNvSpPr/>
            <p:nvPr/>
          </p:nvSpPr>
          <p:spPr>
            <a:xfrm>
              <a:off x="1767413" y="3642663"/>
              <a:ext cx="116550" cy="102215"/>
            </a:xfrm>
            <a:custGeom>
              <a:avLst/>
              <a:gdLst/>
              <a:ahLst/>
              <a:cxnLst/>
              <a:rect l="l" t="t" r="r" b="b"/>
              <a:pathLst>
                <a:path w="4662" h="3418" extrusionOk="0">
                  <a:moveTo>
                    <a:pt x="4273" y="1"/>
                  </a:moveTo>
                  <a:cubicBezTo>
                    <a:pt x="4224" y="1"/>
                    <a:pt x="4172" y="17"/>
                    <a:pt x="4119" y="53"/>
                  </a:cubicBezTo>
                  <a:cubicBezTo>
                    <a:pt x="2762" y="958"/>
                    <a:pt x="1357" y="1899"/>
                    <a:pt x="178" y="3030"/>
                  </a:cubicBezTo>
                  <a:cubicBezTo>
                    <a:pt x="1" y="3198"/>
                    <a:pt x="161" y="3418"/>
                    <a:pt x="347" y="3418"/>
                  </a:cubicBezTo>
                  <a:cubicBezTo>
                    <a:pt x="398" y="3418"/>
                    <a:pt x="451" y="3401"/>
                    <a:pt x="500" y="3363"/>
                  </a:cubicBezTo>
                  <a:cubicBezTo>
                    <a:pt x="1774" y="2363"/>
                    <a:pt x="3072" y="1434"/>
                    <a:pt x="4405" y="541"/>
                  </a:cubicBezTo>
                  <a:cubicBezTo>
                    <a:pt x="4662" y="374"/>
                    <a:pt x="4509" y="1"/>
                    <a:pt x="42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2620;p40">
              <a:extLst>
                <a:ext uri="{FF2B5EF4-FFF2-40B4-BE49-F238E27FC236}">
                  <a16:creationId xmlns:a16="http://schemas.microsoft.com/office/drawing/2014/main" id="{30E3A663-2105-B7C5-DDDC-94FABD33A8DD}"/>
                </a:ext>
              </a:extLst>
            </p:cNvPr>
            <p:cNvSpPr/>
            <p:nvPr/>
          </p:nvSpPr>
          <p:spPr>
            <a:xfrm>
              <a:off x="1758463" y="3518617"/>
              <a:ext cx="119375" cy="17136"/>
            </a:xfrm>
            <a:custGeom>
              <a:avLst/>
              <a:gdLst/>
              <a:ahLst/>
              <a:cxnLst/>
              <a:rect l="l" t="t" r="r" b="b"/>
              <a:pathLst>
                <a:path w="4775" h="573" extrusionOk="0">
                  <a:moveTo>
                    <a:pt x="1134" y="1"/>
                  </a:moveTo>
                  <a:cubicBezTo>
                    <a:pt x="871" y="1"/>
                    <a:pt x="608" y="4"/>
                    <a:pt x="346" y="10"/>
                  </a:cubicBezTo>
                  <a:cubicBezTo>
                    <a:pt x="1" y="22"/>
                    <a:pt x="1" y="546"/>
                    <a:pt x="346" y="558"/>
                  </a:cubicBezTo>
                  <a:cubicBezTo>
                    <a:pt x="642" y="568"/>
                    <a:pt x="939" y="572"/>
                    <a:pt x="1236" y="572"/>
                  </a:cubicBezTo>
                  <a:cubicBezTo>
                    <a:pt x="2335" y="572"/>
                    <a:pt x="3438" y="515"/>
                    <a:pt x="4525" y="486"/>
                  </a:cubicBezTo>
                  <a:cubicBezTo>
                    <a:pt x="4775" y="475"/>
                    <a:pt x="4775" y="105"/>
                    <a:pt x="4525" y="94"/>
                  </a:cubicBezTo>
                  <a:cubicBezTo>
                    <a:pt x="3404" y="55"/>
                    <a:pt x="2267" y="1"/>
                    <a:pt x="11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2621;p40">
              <a:extLst>
                <a:ext uri="{FF2B5EF4-FFF2-40B4-BE49-F238E27FC236}">
                  <a16:creationId xmlns:a16="http://schemas.microsoft.com/office/drawing/2014/main" id="{B3667169-6277-5A87-0834-AA4B62694AF7}"/>
                </a:ext>
              </a:extLst>
            </p:cNvPr>
            <p:cNvSpPr/>
            <p:nvPr/>
          </p:nvSpPr>
          <p:spPr>
            <a:xfrm>
              <a:off x="3387963" y="3312541"/>
              <a:ext cx="116625" cy="102215"/>
            </a:xfrm>
            <a:custGeom>
              <a:avLst/>
              <a:gdLst/>
              <a:ahLst/>
              <a:cxnLst/>
              <a:rect l="l" t="t" r="r" b="b"/>
              <a:pathLst>
                <a:path w="4665" h="3418" extrusionOk="0">
                  <a:moveTo>
                    <a:pt x="4315" y="0"/>
                  </a:moveTo>
                  <a:cubicBezTo>
                    <a:pt x="4264" y="0"/>
                    <a:pt x="4211" y="17"/>
                    <a:pt x="4163" y="55"/>
                  </a:cubicBezTo>
                  <a:cubicBezTo>
                    <a:pt x="2901" y="1055"/>
                    <a:pt x="1603" y="1984"/>
                    <a:pt x="257" y="2877"/>
                  </a:cubicBezTo>
                  <a:cubicBezTo>
                    <a:pt x="1" y="3045"/>
                    <a:pt x="162" y="3417"/>
                    <a:pt x="394" y="3417"/>
                  </a:cubicBezTo>
                  <a:cubicBezTo>
                    <a:pt x="442" y="3417"/>
                    <a:pt x="492" y="3402"/>
                    <a:pt x="543" y="3365"/>
                  </a:cubicBezTo>
                  <a:cubicBezTo>
                    <a:pt x="1900" y="2460"/>
                    <a:pt x="3305" y="1520"/>
                    <a:pt x="4496" y="389"/>
                  </a:cubicBezTo>
                  <a:cubicBezTo>
                    <a:pt x="4664" y="220"/>
                    <a:pt x="4502" y="0"/>
                    <a:pt x="43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2622;p40">
              <a:extLst>
                <a:ext uri="{FF2B5EF4-FFF2-40B4-BE49-F238E27FC236}">
                  <a16:creationId xmlns:a16="http://schemas.microsoft.com/office/drawing/2014/main" id="{B60FCA2B-21D5-CEBB-625C-37C22971E367}"/>
                </a:ext>
              </a:extLst>
            </p:cNvPr>
            <p:cNvSpPr/>
            <p:nvPr/>
          </p:nvSpPr>
          <p:spPr>
            <a:xfrm>
              <a:off x="3387963" y="3642663"/>
              <a:ext cx="116625" cy="102215"/>
            </a:xfrm>
            <a:custGeom>
              <a:avLst/>
              <a:gdLst/>
              <a:ahLst/>
              <a:cxnLst/>
              <a:rect l="l" t="t" r="r" b="b"/>
              <a:pathLst>
                <a:path w="4665" h="3418" extrusionOk="0">
                  <a:moveTo>
                    <a:pt x="394" y="1"/>
                  </a:moveTo>
                  <a:cubicBezTo>
                    <a:pt x="162" y="1"/>
                    <a:pt x="1" y="374"/>
                    <a:pt x="257" y="541"/>
                  </a:cubicBezTo>
                  <a:cubicBezTo>
                    <a:pt x="1603" y="1434"/>
                    <a:pt x="2901" y="2363"/>
                    <a:pt x="4163" y="3363"/>
                  </a:cubicBezTo>
                  <a:cubicBezTo>
                    <a:pt x="4211" y="3401"/>
                    <a:pt x="4264" y="3418"/>
                    <a:pt x="4315" y="3418"/>
                  </a:cubicBezTo>
                  <a:cubicBezTo>
                    <a:pt x="4502" y="3418"/>
                    <a:pt x="4664" y="3198"/>
                    <a:pt x="4496" y="3030"/>
                  </a:cubicBezTo>
                  <a:cubicBezTo>
                    <a:pt x="3305" y="1899"/>
                    <a:pt x="1912" y="958"/>
                    <a:pt x="543" y="53"/>
                  </a:cubicBezTo>
                  <a:cubicBezTo>
                    <a:pt x="492" y="17"/>
                    <a:pt x="442" y="1"/>
                    <a:pt x="3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2623;p40">
              <a:extLst>
                <a:ext uri="{FF2B5EF4-FFF2-40B4-BE49-F238E27FC236}">
                  <a16:creationId xmlns:a16="http://schemas.microsoft.com/office/drawing/2014/main" id="{7E93C3A2-15DB-457F-464E-0B53EE39FB4C}"/>
                </a:ext>
              </a:extLst>
            </p:cNvPr>
            <p:cNvSpPr/>
            <p:nvPr/>
          </p:nvSpPr>
          <p:spPr>
            <a:xfrm>
              <a:off x="3394088" y="3518617"/>
              <a:ext cx="119675" cy="17136"/>
            </a:xfrm>
            <a:custGeom>
              <a:avLst/>
              <a:gdLst/>
              <a:ahLst/>
              <a:cxnLst/>
              <a:rect l="l" t="t" r="r" b="b"/>
              <a:pathLst>
                <a:path w="4787" h="573" extrusionOk="0">
                  <a:moveTo>
                    <a:pt x="3647" y="1"/>
                  </a:moveTo>
                  <a:cubicBezTo>
                    <a:pt x="2520" y="1"/>
                    <a:pt x="1381" y="55"/>
                    <a:pt x="250" y="94"/>
                  </a:cubicBezTo>
                  <a:cubicBezTo>
                    <a:pt x="0" y="105"/>
                    <a:pt x="0" y="475"/>
                    <a:pt x="250" y="486"/>
                  </a:cubicBezTo>
                  <a:cubicBezTo>
                    <a:pt x="1347" y="515"/>
                    <a:pt x="2451" y="572"/>
                    <a:pt x="3546" y="572"/>
                  </a:cubicBezTo>
                  <a:cubicBezTo>
                    <a:pt x="3841" y="572"/>
                    <a:pt x="4136" y="568"/>
                    <a:pt x="4430" y="558"/>
                  </a:cubicBezTo>
                  <a:cubicBezTo>
                    <a:pt x="4787" y="546"/>
                    <a:pt x="4787" y="22"/>
                    <a:pt x="4430" y="10"/>
                  </a:cubicBezTo>
                  <a:cubicBezTo>
                    <a:pt x="4169" y="4"/>
                    <a:pt x="3908" y="1"/>
                    <a:pt x="3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2624;p40">
              <a:extLst>
                <a:ext uri="{FF2B5EF4-FFF2-40B4-BE49-F238E27FC236}">
                  <a16:creationId xmlns:a16="http://schemas.microsoft.com/office/drawing/2014/main" id="{C51923D7-6F36-2B2D-0BA1-F747C087EE69}"/>
                </a:ext>
              </a:extLst>
            </p:cNvPr>
            <p:cNvSpPr txBox="1"/>
            <p:nvPr/>
          </p:nvSpPr>
          <p:spPr>
            <a:xfrm>
              <a:off x="2058101" y="3385556"/>
              <a:ext cx="1149600" cy="31077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tx1"/>
                  </a:solidFill>
                  <a:latin typeface="Syne" pitchFamily="2" charset="0"/>
                  <a:sym typeface="Fira Sans Extra Condensed Medium"/>
                </a:rPr>
                <a:t>BASICS</a:t>
              </a:r>
              <a:endParaRPr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62" name="Google Shape;2612;p40">
            <a:extLst>
              <a:ext uri="{FF2B5EF4-FFF2-40B4-BE49-F238E27FC236}">
                <a16:creationId xmlns:a16="http://schemas.microsoft.com/office/drawing/2014/main" id="{B3778AD2-F42E-E579-043C-A3FD2D110D44}"/>
              </a:ext>
            </a:extLst>
          </p:cNvPr>
          <p:cNvGrpSpPr/>
          <p:nvPr/>
        </p:nvGrpSpPr>
        <p:grpSpPr>
          <a:xfrm>
            <a:off x="5146345" y="2107263"/>
            <a:ext cx="2011545" cy="432337"/>
            <a:chOff x="3674125" y="1222125"/>
            <a:chExt cx="1755300" cy="361425"/>
          </a:xfrm>
          <a:solidFill>
            <a:srgbClr val="7030A0"/>
          </a:solidFill>
        </p:grpSpPr>
        <p:grpSp>
          <p:nvGrpSpPr>
            <p:cNvPr id="463" name="Google Shape;2613;p40">
              <a:extLst>
                <a:ext uri="{FF2B5EF4-FFF2-40B4-BE49-F238E27FC236}">
                  <a16:creationId xmlns:a16="http://schemas.microsoft.com/office/drawing/2014/main" id="{E4F41195-99F7-E292-A9FA-0D52B0712948}"/>
                </a:ext>
              </a:extLst>
            </p:cNvPr>
            <p:cNvGrpSpPr/>
            <p:nvPr/>
          </p:nvGrpSpPr>
          <p:grpSpPr>
            <a:xfrm>
              <a:off x="3890825" y="1255525"/>
              <a:ext cx="1333825" cy="314375"/>
              <a:chOff x="3890825" y="1255525"/>
              <a:chExt cx="1333825" cy="314375"/>
            </a:xfrm>
            <a:grpFill/>
          </p:grpSpPr>
          <p:sp>
            <p:nvSpPr>
              <p:cNvPr id="471" name="Google Shape;2614;p40">
                <a:extLst>
                  <a:ext uri="{FF2B5EF4-FFF2-40B4-BE49-F238E27FC236}">
                    <a16:creationId xmlns:a16="http://schemas.microsoft.com/office/drawing/2014/main" id="{61A2D870-0A91-5649-62BA-AF46E9E8B7A1}"/>
                  </a:ext>
                </a:extLst>
              </p:cNvPr>
              <p:cNvSpPr/>
              <p:nvPr/>
            </p:nvSpPr>
            <p:spPr>
              <a:xfrm>
                <a:off x="3890825" y="1296425"/>
                <a:ext cx="17875" cy="268200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0728" extrusionOk="0">
                    <a:moveTo>
                      <a:pt x="358" y="0"/>
                    </a:moveTo>
                    <a:cubicBezTo>
                      <a:pt x="250" y="0"/>
                      <a:pt x="143" y="72"/>
                      <a:pt x="143" y="215"/>
                    </a:cubicBezTo>
                    <a:cubicBezTo>
                      <a:pt x="119" y="3620"/>
                      <a:pt x="0" y="7037"/>
                      <a:pt x="60" y="10442"/>
                    </a:cubicBezTo>
                    <a:cubicBezTo>
                      <a:pt x="66" y="10632"/>
                      <a:pt x="212" y="10728"/>
                      <a:pt x="358" y="10728"/>
                    </a:cubicBezTo>
                    <a:cubicBezTo>
                      <a:pt x="503" y="10728"/>
                      <a:pt x="649" y="10632"/>
                      <a:pt x="655" y="10442"/>
                    </a:cubicBezTo>
                    <a:cubicBezTo>
                      <a:pt x="715" y="7037"/>
                      <a:pt x="584" y="3620"/>
                      <a:pt x="572" y="215"/>
                    </a:cubicBezTo>
                    <a:cubicBezTo>
                      <a:pt x="572" y="72"/>
                      <a:pt x="465" y="0"/>
                      <a:pt x="3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7030A0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472" name="Google Shape;2615;p40">
                <a:extLst>
                  <a:ext uri="{FF2B5EF4-FFF2-40B4-BE49-F238E27FC236}">
                    <a16:creationId xmlns:a16="http://schemas.microsoft.com/office/drawing/2014/main" id="{E0033D84-0F47-D781-BB5F-80AA548AB823}"/>
                  </a:ext>
                </a:extLst>
              </p:cNvPr>
              <p:cNvSpPr/>
              <p:nvPr/>
            </p:nvSpPr>
            <p:spPr>
              <a:xfrm>
                <a:off x="3893500" y="1544750"/>
                <a:ext cx="133115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53246" h="1006" extrusionOk="0">
                    <a:moveTo>
                      <a:pt x="43362" y="1"/>
                    </a:moveTo>
                    <a:cubicBezTo>
                      <a:pt x="37779" y="1"/>
                      <a:pt x="32196" y="65"/>
                      <a:pt x="26623" y="80"/>
                    </a:cubicBezTo>
                    <a:cubicBezTo>
                      <a:pt x="17824" y="92"/>
                      <a:pt x="9037" y="152"/>
                      <a:pt x="251" y="307"/>
                    </a:cubicBezTo>
                    <a:cubicBezTo>
                      <a:pt x="1" y="318"/>
                      <a:pt x="1" y="699"/>
                      <a:pt x="251" y="699"/>
                    </a:cubicBezTo>
                    <a:cubicBezTo>
                      <a:pt x="8942" y="854"/>
                      <a:pt x="17634" y="914"/>
                      <a:pt x="26325" y="938"/>
                    </a:cubicBezTo>
                    <a:cubicBezTo>
                      <a:pt x="31923" y="945"/>
                      <a:pt x="37525" y="1006"/>
                      <a:pt x="43126" y="1006"/>
                    </a:cubicBezTo>
                    <a:cubicBezTo>
                      <a:pt x="46317" y="1006"/>
                      <a:pt x="49508" y="986"/>
                      <a:pt x="52698" y="926"/>
                    </a:cubicBezTo>
                    <a:cubicBezTo>
                      <a:pt x="53245" y="914"/>
                      <a:pt x="53245" y="92"/>
                      <a:pt x="52698" y="80"/>
                    </a:cubicBezTo>
                    <a:cubicBezTo>
                      <a:pt x="49587" y="21"/>
                      <a:pt x="46474" y="1"/>
                      <a:pt x="433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7030A0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473" name="Google Shape;2616;p40">
                <a:extLst>
                  <a:ext uri="{FF2B5EF4-FFF2-40B4-BE49-F238E27FC236}">
                    <a16:creationId xmlns:a16="http://schemas.microsoft.com/office/drawing/2014/main" id="{9779F4C9-1DD0-BC14-B8F2-4213C20BC2DB}"/>
                  </a:ext>
                </a:extLst>
              </p:cNvPr>
              <p:cNvSpPr/>
              <p:nvPr/>
            </p:nvSpPr>
            <p:spPr>
              <a:xfrm>
                <a:off x="5194850" y="1280425"/>
                <a:ext cx="19075" cy="2749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10999" extrusionOk="0">
                    <a:moveTo>
                      <a:pt x="380" y="0"/>
                    </a:moveTo>
                    <a:cubicBezTo>
                      <a:pt x="212" y="0"/>
                      <a:pt x="42" y="110"/>
                      <a:pt x="36" y="331"/>
                    </a:cubicBezTo>
                    <a:cubicBezTo>
                      <a:pt x="1" y="3819"/>
                      <a:pt x="108" y="7320"/>
                      <a:pt x="191" y="10820"/>
                    </a:cubicBezTo>
                    <a:cubicBezTo>
                      <a:pt x="191" y="10939"/>
                      <a:pt x="283" y="10999"/>
                      <a:pt x="376" y="10999"/>
                    </a:cubicBezTo>
                    <a:cubicBezTo>
                      <a:pt x="468" y="10999"/>
                      <a:pt x="560" y="10939"/>
                      <a:pt x="560" y="10820"/>
                    </a:cubicBezTo>
                    <a:cubicBezTo>
                      <a:pt x="644" y="7320"/>
                      <a:pt x="763" y="3819"/>
                      <a:pt x="715" y="331"/>
                    </a:cubicBezTo>
                    <a:cubicBezTo>
                      <a:pt x="715" y="110"/>
                      <a:pt x="548" y="0"/>
                      <a:pt x="3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7030A0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474" name="Google Shape;2617;p40">
                <a:extLst>
                  <a:ext uri="{FF2B5EF4-FFF2-40B4-BE49-F238E27FC236}">
                    <a16:creationId xmlns:a16="http://schemas.microsoft.com/office/drawing/2014/main" id="{03B61130-04F3-026C-0FA7-7AB5F72BA674}"/>
                  </a:ext>
                </a:extLst>
              </p:cNvPr>
              <p:cNvSpPr/>
              <p:nvPr/>
            </p:nvSpPr>
            <p:spPr>
              <a:xfrm>
                <a:off x="3892000" y="1255525"/>
                <a:ext cx="1319250" cy="26850"/>
              </a:xfrm>
              <a:custGeom>
                <a:avLst/>
                <a:gdLst/>
                <a:ahLst/>
                <a:cxnLst/>
                <a:rect l="l" t="t" r="r" b="b"/>
                <a:pathLst>
                  <a:path w="52770" h="1074" extrusionOk="0">
                    <a:moveTo>
                      <a:pt x="49607" y="1"/>
                    </a:moveTo>
                    <a:cubicBezTo>
                      <a:pt x="48399" y="1"/>
                      <a:pt x="47185" y="53"/>
                      <a:pt x="45995" y="53"/>
                    </a:cubicBezTo>
                    <a:lnTo>
                      <a:pt x="39470" y="53"/>
                    </a:lnTo>
                    <a:cubicBezTo>
                      <a:pt x="35124" y="65"/>
                      <a:pt x="30767" y="76"/>
                      <a:pt x="26421" y="88"/>
                    </a:cubicBezTo>
                    <a:cubicBezTo>
                      <a:pt x="17717" y="100"/>
                      <a:pt x="9014" y="231"/>
                      <a:pt x="311" y="291"/>
                    </a:cubicBezTo>
                    <a:cubicBezTo>
                      <a:pt x="1" y="303"/>
                      <a:pt x="1" y="767"/>
                      <a:pt x="311" y="779"/>
                    </a:cubicBezTo>
                    <a:cubicBezTo>
                      <a:pt x="8919" y="838"/>
                      <a:pt x="17515" y="969"/>
                      <a:pt x="26123" y="993"/>
                    </a:cubicBezTo>
                    <a:cubicBezTo>
                      <a:pt x="30469" y="993"/>
                      <a:pt x="34827" y="1005"/>
                      <a:pt x="39173" y="1017"/>
                    </a:cubicBezTo>
                    <a:lnTo>
                      <a:pt x="45697" y="1017"/>
                    </a:lnTo>
                    <a:cubicBezTo>
                      <a:pt x="46954" y="1017"/>
                      <a:pt x="48240" y="1074"/>
                      <a:pt x="49518" y="1074"/>
                    </a:cubicBezTo>
                    <a:cubicBezTo>
                      <a:pt x="50431" y="1074"/>
                      <a:pt x="51341" y="1045"/>
                      <a:pt x="52234" y="946"/>
                    </a:cubicBezTo>
                    <a:cubicBezTo>
                      <a:pt x="52769" y="898"/>
                      <a:pt x="52769" y="172"/>
                      <a:pt x="52234" y="124"/>
                    </a:cubicBezTo>
                    <a:cubicBezTo>
                      <a:pt x="51369" y="29"/>
                      <a:pt x="50490" y="1"/>
                      <a:pt x="4960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7030A0"/>
                  </a:solidFill>
                  <a:highlight>
                    <a:srgbClr val="FFFF00"/>
                  </a:highlight>
                </a:endParaRPr>
              </a:p>
            </p:txBody>
          </p:sp>
        </p:grpSp>
        <p:sp>
          <p:nvSpPr>
            <p:cNvPr id="464" name="Google Shape;2618;p40">
              <a:extLst>
                <a:ext uri="{FF2B5EF4-FFF2-40B4-BE49-F238E27FC236}">
                  <a16:creationId xmlns:a16="http://schemas.microsoft.com/office/drawing/2014/main" id="{413F671A-B5D5-5794-45E1-1668EAC9B096}"/>
                </a:ext>
              </a:extLst>
            </p:cNvPr>
            <p:cNvSpPr/>
            <p:nvPr/>
          </p:nvSpPr>
          <p:spPr>
            <a:xfrm>
              <a:off x="3683075" y="1222125"/>
              <a:ext cx="116550" cy="85450"/>
            </a:xfrm>
            <a:custGeom>
              <a:avLst/>
              <a:gdLst/>
              <a:ahLst/>
              <a:cxnLst/>
              <a:rect l="l" t="t" r="r" b="b"/>
              <a:pathLst>
                <a:path w="4662" h="3418" extrusionOk="0">
                  <a:moveTo>
                    <a:pt x="347" y="0"/>
                  </a:moveTo>
                  <a:cubicBezTo>
                    <a:pt x="161" y="0"/>
                    <a:pt x="1" y="220"/>
                    <a:pt x="178" y="389"/>
                  </a:cubicBezTo>
                  <a:cubicBezTo>
                    <a:pt x="1357" y="1520"/>
                    <a:pt x="2762" y="2460"/>
                    <a:pt x="4119" y="3365"/>
                  </a:cubicBezTo>
                  <a:cubicBezTo>
                    <a:pt x="4172" y="3402"/>
                    <a:pt x="4224" y="3417"/>
                    <a:pt x="4273" y="3417"/>
                  </a:cubicBezTo>
                  <a:cubicBezTo>
                    <a:pt x="4509" y="3417"/>
                    <a:pt x="4662" y="3045"/>
                    <a:pt x="4405" y="2877"/>
                  </a:cubicBezTo>
                  <a:cubicBezTo>
                    <a:pt x="3072" y="1984"/>
                    <a:pt x="1774" y="1055"/>
                    <a:pt x="500" y="55"/>
                  </a:cubicBezTo>
                  <a:cubicBezTo>
                    <a:pt x="451" y="17"/>
                    <a:pt x="39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7030A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465" name="Google Shape;2619;p40">
              <a:extLst>
                <a:ext uri="{FF2B5EF4-FFF2-40B4-BE49-F238E27FC236}">
                  <a16:creationId xmlns:a16="http://schemas.microsoft.com/office/drawing/2014/main" id="{D355199C-DD78-8F62-1F8C-8485FD2F122F}"/>
                </a:ext>
              </a:extLst>
            </p:cNvPr>
            <p:cNvSpPr/>
            <p:nvPr/>
          </p:nvSpPr>
          <p:spPr>
            <a:xfrm>
              <a:off x="3683075" y="1498100"/>
              <a:ext cx="116550" cy="85450"/>
            </a:xfrm>
            <a:custGeom>
              <a:avLst/>
              <a:gdLst/>
              <a:ahLst/>
              <a:cxnLst/>
              <a:rect l="l" t="t" r="r" b="b"/>
              <a:pathLst>
                <a:path w="4662" h="3418" extrusionOk="0">
                  <a:moveTo>
                    <a:pt x="4273" y="1"/>
                  </a:moveTo>
                  <a:cubicBezTo>
                    <a:pt x="4224" y="1"/>
                    <a:pt x="4172" y="17"/>
                    <a:pt x="4119" y="53"/>
                  </a:cubicBezTo>
                  <a:cubicBezTo>
                    <a:pt x="2762" y="958"/>
                    <a:pt x="1357" y="1899"/>
                    <a:pt x="178" y="3030"/>
                  </a:cubicBezTo>
                  <a:cubicBezTo>
                    <a:pt x="1" y="3198"/>
                    <a:pt x="161" y="3418"/>
                    <a:pt x="347" y="3418"/>
                  </a:cubicBezTo>
                  <a:cubicBezTo>
                    <a:pt x="398" y="3418"/>
                    <a:pt x="451" y="3401"/>
                    <a:pt x="500" y="3363"/>
                  </a:cubicBezTo>
                  <a:cubicBezTo>
                    <a:pt x="1774" y="2363"/>
                    <a:pt x="3072" y="1434"/>
                    <a:pt x="4405" y="541"/>
                  </a:cubicBezTo>
                  <a:cubicBezTo>
                    <a:pt x="4662" y="374"/>
                    <a:pt x="4509" y="1"/>
                    <a:pt x="42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7030A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466" name="Google Shape;2620;p40">
              <a:extLst>
                <a:ext uri="{FF2B5EF4-FFF2-40B4-BE49-F238E27FC236}">
                  <a16:creationId xmlns:a16="http://schemas.microsoft.com/office/drawing/2014/main" id="{8270C86B-E947-DCC6-392D-7BB161900510}"/>
                </a:ext>
              </a:extLst>
            </p:cNvPr>
            <p:cNvSpPr/>
            <p:nvPr/>
          </p:nvSpPr>
          <p:spPr>
            <a:xfrm>
              <a:off x="3674125" y="1394400"/>
              <a:ext cx="119375" cy="14325"/>
            </a:xfrm>
            <a:custGeom>
              <a:avLst/>
              <a:gdLst/>
              <a:ahLst/>
              <a:cxnLst/>
              <a:rect l="l" t="t" r="r" b="b"/>
              <a:pathLst>
                <a:path w="4775" h="573" extrusionOk="0">
                  <a:moveTo>
                    <a:pt x="1134" y="1"/>
                  </a:moveTo>
                  <a:cubicBezTo>
                    <a:pt x="871" y="1"/>
                    <a:pt x="608" y="4"/>
                    <a:pt x="346" y="10"/>
                  </a:cubicBezTo>
                  <a:cubicBezTo>
                    <a:pt x="1" y="22"/>
                    <a:pt x="1" y="546"/>
                    <a:pt x="346" y="558"/>
                  </a:cubicBezTo>
                  <a:cubicBezTo>
                    <a:pt x="642" y="568"/>
                    <a:pt x="939" y="572"/>
                    <a:pt x="1236" y="572"/>
                  </a:cubicBezTo>
                  <a:cubicBezTo>
                    <a:pt x="2335" y="572"/>
                    <a:pt x="3438" y="515"/>
                    <a:pt x="4525" y="486"/>
                  </a:cubicBezTo>
                  <a:cubicBezTo>
                    <a:pt x="4775" y="475"/>
                    <a:pt x="4775" y="105"/>
                    <a:pt x="4525" y="94"/>
                  </a:cubicBezTo>
                  <a:cubicBezTo>
                    <a:pt x="3404" y="55"/>
                    <a:pt x="2267" y="1"/>
                    <a:pt x="11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7030A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467" name="Google Shape;2621;p40">
              <a:extLst>
                <a:ext uri="{FF2B5EF4-FFF2-40B4-BE49-F238E27FC236}">
                  <a16:creationId xmlns:a16="http://schemas.microsoft.com/office/drawing/2014/main" id="{FEAD8D08-4607-E030-DCA0-A00AF1C56E20}"/>
                </a:ext>
              </a:extLst>
            </p:cNvPr>
            <p:cNvSpPr/>
            <p:nvPr/>
          </p:nvSpPr>
          <p:spPr>
            <a:xfrm>
              <a:off x="5303625" y="1222125"/>
              <a:ext cx="116625" cy="85450"/>
            </a:xfrm>
            <a:custGeom>
              <a:avLst/>
              <a:gdLst/>
              <a:ahLst/>
              <a:cxnLst/>
              <a:rect l="l" t="t" r="r" b="b"/>
              <a:pathLst>
                <a:path w="4665" h="3418" extrusionOk="0">
                  <a:moveTo>
                    <a:pt x="4315" y="0"/>
                  </a:moveTo>
                  <a:cubicBezTo>
                    <a:pt x="4264" y="0"/>
                    <a:pt x="4211" y="17"/>
                    <a:pt x="4163" y="55"/>
                  </a:cubicBezTo>
                  <a:cubicBezTo>
                    <a:pt x="2901" y="1055"/>
                    <a:pt x="1603" y="1984"/>
                    <a:pt x="257" y="2877"/>
                  </a:cubicBezTo>
                  <a:cubicBezTo>
                    <a:pt x="1" y="3045"/>
                    <a:pt x="162" y="3417"/>
                    <a:pt x="394" y="3417"/>
                  </a:cubicBezTo>
                  <a:cubicBezTo>
                    <a:pt x="442" y="3417"/>
                    <a:pt x="492" y="3402"/>
                    <a:pt x="543" y="3365"/>
                  </a:cubicBezTo>
                  <a:cubicBezTo>
                    <a:pt x="1900" y="2460"/>
                    <a:pt x="3305" y="1520"/>
                    <a:pt x="4496" y="389"/>
                  </a:cubicBezTo>
                  <a:cubicBezTo>
                    <a:pt x="4664" y="220"/>
                    <a:pt x="4502" y="0"/>
                    <a:pt x="43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7030A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468" name="Google Shape;2622;p40">
              <a:extLst>
                <a:ext uri="{FF2B5EF4-FFF2-40B4-BE49-F238E27FC236}">
                  <a16:creationId xmlns:a16="http://schemas.microsoft.com/office/drawing/2014/main" id="{B1B67783-7CB6-6BD6-E624-24D74C98DAD5}"/>
                </a:ext>
              </a:extLst>
            </p:cNvPr>
            <p:cNvSpPr/>
            <p:nvPr/>
          </p:nvSpPr>
          <p:spPr>
            <a:xfrm>
              <a:off x="5303625" y="1498100"/>
              <a:ext cx="116625" cy="85450"/>
            </a:xfrm>
            <a:custGeom>
              <a:avLst/>
              <a:gdLst/>
              <a:ahLst/>
              <a:cxnLst/>
              <a:rect l="l" t="t" r="r" b="b"/>
              <a:pathLst>
                <a:path w="4665" h="3418" extrusionOk="0">
                  <a:moveTo>
                    <a:pt x="394" y="1"/>
                  </a:moveTo>
                  <a:cubicBezTo>
                    <a:pt x="162" y="1"/>
                    <a:pt x="1" y="374"/>
                    <a:pt x="257" y="541"/>
                  </a:cubicBezTo>
                  <a:cubicBezTo>
                    <a:pt x="1603" y="1434"/>
                    <a:pt x="2901" y="2363"/>
                    <a:pt x="4163" y="3363"/>
                  </a:cubicBezTo>
                  <a:cubicBezTo>
                    <a:pt x="4211" y="3401"/>
                    <a:pt x="4264" y="3418"/>
                    <a:pt x="4315" y="3418"/>
                  </a:cubicBezTo>
                  <a:cubicBezTo>
                    <a:pt x="4502" y="3418"/>
                    <a:pt x="4664" y="3198"/>
                    <a:pt x="4496" y="3030"/>
                  </a:cubicBezTo>
                  <a:cubicBezTo>
                    <a:pt x="3305" y="1899"/>
                    <a:pt x="1912" y="958"/>
                    <a:pt x="543" y="53"/>
                  </a:cubicBezTo>
                  <a:cubicBezTo>
                    <a:pt x="492" y="17"/>
                    <a:pt x="442" y="1"/>
                    <a:pt x="3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7030A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469" name="Google Shape;2623;p40">
              <a:extLst>
                <a:ext uri="{FF2B5EF4-FFF2-40B4-BE49-F238E27FC236}">
                  <a16:creationId xmlns:a16="http://schemas.microsoft.com/office/drawing/2014/main" id="{3CA5FAD7-C399-AE8F-5D64-A4E105D30BC3}"/>
                </a:ext>
              </a:extLst>
            </p:cNvPr>
            <p:cNvSpPr/>
            <p:nvPr/>
          </p:nvSpPr>
          <p:spPr>
            <a:xfrm>
              <a:off x="5309750" y="1394400"/>
              <a:ext cx="119675" cy="14325"/>
            </a:xfrm>
            <a:custGeom>
              <a:avLst/>
              <a:gdLst/>
              <a:ahLst/>
              <a:cxnLst/>
              <a:rect l="l" t="t" r="r" b="b"/>
              <a:pathLst>
                <a:path w="4787" h="573" extrusionOk="0">
                  <a:moveTo>
                    <a:pt x="3647" y="1"/>
                  </a:moveTo>
                  <a:cubicBezTo>
                    <a:pt x="2520" y="1"/>
                    <a:pt x="1381" y="55"/>
                    <a:pt x="250" y="94"/>
                  </a:cubicBezTo>
                  <a:cubicBezTo>
                    <a:pt x="0" y="105"/>
                    <a:pt x="0" y="475"/>
                    <a:pt x="250" y="486"/>
                  </a:cubicBezTo>
                  <a:cubicBezTo>
                    <a:pt x="1347" y="515"/>
                    <a:pt x="2451" y="572"/>
                    <a:pt x="3546" y="572"/>
                  </a:cubicBezTo>
                  <a:cubicBezTo>
                    <a:pt x="3841" y="572"/>
                    <a:pt x="4136" y="568"/>
                    <a:pt x="4430" y="558"/>
                  </a:cubicBezTo>
                  <a:cubicBezTo>
                    <a:pt x="4787" y="546"/>
                    <a:pt x="4787" y="22"/>
                    <a:pt x="4430" y="10"/>
                  </a:cubicBezTo>
                  <a:cubicBezTo>
                    <a:pt x="4169" y="4"/>
                    <a:pt x="3908" y="1"/>
                    <a:pt x="3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7030A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470" name="Google Shape;2624;p40">
              <a:extLst>
                <a:ext uri="{FF2B5EF4-FFF2-40B4-BE49-F238E27FC236}">
                  <a16:creationId xmlns:a16="http://schemas.microsoft.com/office/drawing/2014/main" id="{90F4E15E-2E60-CD3A-9F1A-D33FD9C5D452}"/>
                </a:ext>
              </a:extLst>
            </p:cNvPr>
            <p:cNvSpPr txBox="1"/>
            <p:nvPr/>
          </p:nvSpPr>
          <p:spPr>
            <a:xfrm>
              <a:off x="3973763" y="1283164"/>
              <a:ext cx="1149600" cy="2598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tx1"/>
                  </a:solidFill>
                  <a:latin typeface="Syne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ADVANCED</a:t>
              </a:r>
              <a:endParaRPr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A056D2F6-52E1-A484-EFA8-B1EE142F0597}"/>
              </a:ext>
            </a:extLst>
          </p:cNvPr>
          <p:cNvGrpSpPr/>
          <p:nvPr/>
        </p:nvGrpSpPr>
        <p:grpSpPr>
          <a:xfrm>
            <a:off x="1097820" y="2885817"/>
            <a:ext cx="3362692" cy="3527429"/>
            <a:chOff x="1451715" y="2897643"/>
            <a:chExt cx="2846760" cy="3406429"/>
          </a:xfrm>
          <a:solidFill>
            <a:srgbClr val="0070C0"/>
          </a:solidFill>
        </p:grpSpPr>
        <p:sp>
          <p:nvSpPr>
            <p:cNvPr id="483" name="Google Shape;2631;p40">
              <a:extLst>
                <a:ext uri="{FF2B5EF4-FFF2-40B4-BE49-F238E27FC236}">
                  <a16:creationId xmlns:a16="http://schemas.microsoft.com/office/drawing/2014/main" id="{8FAFBEC4-77E5-61FC-7C44-F3A895E16CE1}"/>
                </a:ext>
              </a:extLst>
            </p:cNvPr>
            <p:cNvSpPr txBox="1"/>
            <p:nvPr/>
          </p:nvSpPr>
          <p:spPr>
            <a:xfrm>
              <a:off x="1664426" y="3061770"/>
              <a:ext cx="2634049" cy="31634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0070C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How Website Works?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0070C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HTML Document Structure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0070C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HTML Tags and Elements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0070C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HTML Headings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0070C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HTML Paragraphs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0070C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HTML Comments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0070C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Text Formatting in HTML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0070C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Links and Anchors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0070C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Images in HTML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0070C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Void Elements in HTML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0070C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Lists in HTML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0070C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Tables in HTML</a:t>
              </a:r>
            </a:p>
          </p:txBody>
        </p:sp>
        <p:grpSp>
          <p:nvGrpSpPr>
            <p:cNvPr id="484" name="Group 483">
              <a:extLst>
                <a:ext uri="{FF2B5EF4-FFF2-40B4-BE49-F238E27FC236}">
                  <a16:creationId xmlns:a16="http://schemas.microsoft.com/office/drawing/2014/main" id="{AFEFFE78-BDA4-8AE8-AB5D-72F3F973E1C7}"/>
                </a:ext>
              </a:extLst>
            </p:cNvPr>
            <p:cNvGrpSpPr/>
            <p:nvPr/>
          </p:nvGrpSpPr>
          <p:grpSpPr>
            <a:xfrm>
              <a:off x="1451715" y="2897643"/>
              <a:ext cx="2551406" cy="3406429"/>
              <a:chOff x="1479479" y="4688432"/>
              <a:chExt cx="2229139" cy="1477552"/>
            </a:xfrm>
            <a:grpFill/>
          </p:grpSpPr>
          <p:grpSp>
            <p:nvGrpSpPr>
              <p:cNvPr id="485" name="Google Shape;2613;p40">
                <a:extLst>
                  <a:ext uri="{FF2B5EF4-FFF2-40B4-BE49-F238E27FC236}">
                    <a16:creationId xmlns:a16="http://schemas.microsoft.com/office/drawing/2014/main" id="{F4503A40-DB17-FEA1-EBEF-3A1E1A359DC2}"/>
                  </a:ext>
                </a:extLst>
              </p:cNvPr>
              <p:cNvGrpSpPr/>
              <p:nvPr/>
            </p:nvGrpSpPr>
            <p:grpSpPr>
              <a:xfrm>
                <a:off x="1479479" y="4689011"/>
                <a:ext cx="2229139" cy="1476973"/>
                <a:chOff x="3600302" y="1280425"/>
                <a:chExt cx="1613623" cy="274975"/>
              </a:xfrm>
              <a:grpFill/>
            </p:grpSpPr>
            <p:sp>
              <p:nvSpPr>
                <p:cNvPr id="488" name="Google Shape;2614;p40">
                  <a:extLst>
                    <a:ext uri="{FF2B5EF4-FFF2-40B4-BE49-F238E27FC236}">
                      <a16:creationId xmlns:a16="http://schemas.microsoft.com/office/drawing/2014/main" id="{C578E952-0B01-3F05-B9BE-7E56778CDF1A}"/>
                    </a:ext>
                  </a:extLst>
                </p:cNvPr>
                <p:cNvSpPr/>
                <p:nvPr/>
              </p:nvSpPr>
              <p:spPr>
                <a:xfrm>
                  <a:off x="3600302" y="1287200"/>
                  <a:ext cx="17875" cy="26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5" h="10728" extrusionOk="0">
                      <a:moveTo>
                        <a:pt x="358" y="0"/>
                      </a:moveTo>
                      <a:cubicBezTo>
                        <a:pt x="250" y="0"/>
                        <a:pt x="143" y="72"/>
                        <a:pt x="143" y="215"/>
                      </a:cubicBezTo>
                      <a:cubicBezTo>
                        <a:pt x="119" y="3620"/>
                        <a:pt x="0" y="7037"/>
                        <a:pt x="60" y="10442"/>
                      </a:cubicBezTo>
                      <a:cubicBezTo>
                        <a:pt x="66" y="10632"/>
                        <a:pt x="212" y="10728"/>
                        <a:pt x="358" y="10728"/>
                      </a:cubicBezTo>
                      <a:cubicBezTo>
                        <a:pt x="503" y="10728"/>
                        <a:pt x="649" y="10632"/>
                        <a:pt x="655" y="10442"/>
                      </a:cubicBezTo>
                      <a:cubicBezTo>
                        <a:pt x="715" y="7037"/>
                        <a:pt x="584" y="3620"/>
                        <a:pt x="572" y="215"/>
                      </a:cubicBezTo>
                      <a:cubicBezTo>
                        <a:pt x="572" y="72"/>
                        <a:pt x="465" y="0"/>
                        <a:pt x="3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9" name="Google Shape;2616;p40">
                  <a:extLst>
                    <a:ext uri="{FF2B5EF4-FFF2-40B4-BE49-F238E27FC236}">
                      <a16:creationId xmlns:a16="http://schemas.microsoft.com/office/drawing/2014/main" id="{E8EBAE53-2D94-E870-0DC5-F24F782BF543}"/>
                    </a:ext>
                  </a:extLst>
                </p:cNvPr>
                <p:cNvSpPr/>
                <p:nvPr/>
              </p:nvSpPr>
              <p:spPr>
                <a:xfrm>
                  <a:off x="5194850" y="1280425"/>
                  <a:ext cx="19075" cy="27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3" h="10999" extrusionOk="0">
                      <a:moveTo>
                        <a:pt x="380" y="0"/>
                      </a:moveTo>
                      <a:cubicBezTo>
                        <a:pt x="212" y="0"/>
                        <a:pt x="42" y="110"/>
                        <a:pt x="36" y="331"/>
                      </a:cubicBezTo>
                      <a:cubicBezTo>
                        <a:pt x="1" y="3819"/>
                        <a:pt x="108" y="7320"/>
                        <a:pt x="191" y="10820"/>
                      </a:cubicBezTo>
                      <a:cubicBezTo>
                        <a:pt x="191" y="10939"/>
                        <a:pt x="283" y="10999"/>
                        <a:pt x="376" y="10999"/>
                      </a:cubicBezTo>
                      <a:cubicBezTo>
                        <a:pt x="468" y="10999"/>
                        <a:pt x="560" y="10939"/>
                        <a:pt x="560" y="10820"/>
                      </a:cubicBezTo>
                      <a:cubicBezTo>
                        <a:pt x="644" y="7320"/>
                        <a:pt x="763" y="3819"/>
                        <a:pt x="715" y="331"/>
                      </a:cubicBezTo>
                      <a:cubicBezTo>
                        <a:pt x="715" y="110"/>
                        <a:pt x="548" y="0"/>
                        <a:pt x="3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86" name="Google Shape;2614;p40">
                <a:extLst>
                  <a:ext uri="{FF2B5EF4-FFF2-40B4-BE49-F238E27FC236}">
                    <a16:creationId xmlns:a16="http://schemas.microsoft.com/office/drawing/2014/main" id="{2C1B1305-1F06-FAED-1310-4F9230BEABEB}"/>
                  </a:ext>
                </a:extLst>
              </p:cNvPr>
              <p:cNvSpPr/>
              <p:nvPr/>
            </p:nvSpPr>
            <p:spPr>
              <a:xfrm rot="16200000" flipH="1">
                <a:off x="2571190" y="5073416"/>
                <a:ext cx="45719" cy="2132836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0728" extrusionOk="0">
                    <a:moveTo>
                      <a:pt x="358" y="0"/>
                    </a:moveTo>
                    <a:cubicBezTo>
                      <a:pt x="250" y="0"/>
                      <a:pt x="143" y="72"/>
                      <a:pt x="143" y="215"/>
                    </a:cubicBezTo>
                    <a:cubicBezTo>
                      <a:pt x="119" y="3620"/>
                      <a:pt x="0" y="7037"/>
                      <a:pt x="60" y="10442"/>
                    </a:cubicBezTo>
                    <a:cubicBezTo>
                      <a:pt x="66" y="10632"/>
                      <a:pt x="212" y="10728"/>
                      <a:pt x="358" y="10728"/>
                    </a:cubicBezTo>
                    <a:cubicBezTo>
                      <a:pt x="503" y="10728"/>
                      <a:pt x="649" y="10632"/>
                      <a:pt x="655" y="10442"/>
                    </a:cubicBezTo>
                    <a:cubicBezTo>
                      <a:pt x="715" y="7037"/>
                      <a:pt x="584" y="3620"/>
                      <a:pt x="572" y="215"/>
                    </a:cubicBezTo>
                    <a:cubicBezTo>
                      <a:pt x="572" y="72"/>
                      <a:pt x="465" y="0"/>
                      <a:pt x="3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2614;p40">
                <a:extLst>
                  <a:ext uri="{FF2B5EF4-FFF2-40B4-BE49-F238E27FC236}">
                    <a16:creationId xmlns:a16="http://schemas.microsoft.com/office/drawing/2014/main" id="{F68006FA-5840-2B57-625D-92AF32200465}"/>
                  </a:ext>
                </a:extLst>
              </p:cNvPr>
              <p:cNvSpPr/>
              <p:nvPr/>
            </p:nvSpPr>
            <p:spPr>
              <a:xfrm rot="16200000" flipH="1">
                <a:off x="2561312" y="3644874"/>
                <a:ext cx="45719" cy="2132836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0728" extrusionOk="0">
                    <a:moveTo>
                      <a:pt x="358" y="0"/>
                    </a:moveTo>
                    <a:cubicBezTo>
                      <a:pt x="250" y="0"/>
                      <a:pt x="143" y="72"/>
                      <a:pt x="143" y="215"/>
                    </a:cubicBezTo>
                    <a:cubicBezTo>
                      <a:pt x="119" y="3620"/>
                      <a:pt x="0" y="7037"/>
                      <a:pt x="60" y="10442"/>
                    </a:cubicBezTo>
                    <a:cubicBezTo>
                      <a:pt x="66" y="10632"/>
                      <a:pt x="212" y="10728"/>
                      <a:pt x="358" y="10728"/>
                    </a:cubicBezTo>
                    <a:cubicBezTo>
                      <a:pt x="503" y="10728"/>
                      <a:pt x="649" y="10632"/>
                      <a:pt x="655" y="10442"/>
                    </a:cubicBezTo>
                    <a:cubicBezTo>
                      <a:pt x="715" y="7037"/>
                      <a:pt x="584" y="3620"/>
                      <a:pt x="572" y="215"/>
                    </a:cubicBezTo>
                    <a:cubicBezTo>
                      <a:pt x="572" y="72"/>
                      <a:pt x="465" y="0"/>
                      <a:pt x="3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DF736595-2533-4D04-4D97-89BC6328698D}"/>
              </a:ext>
            </a:extLst>
          </p:cNvPr>
          <p:cNvGrpSpPr/>
          <p:nvPr/>
        </p:nvGrpSpPr>
        <p:grpSpPr>
          <a:xfrm>
            <a:off x="4677197" y="2767507"/>
            <a:ext cx="3016693" cy="3645739"/>
            <a:chOff x="4746054" y="2859855"/>
            <a:chExt cx="2746582" cy="3517776"/>
          </a:xfrm>
          <a:solidFill>
            <a:srgbClr val="7030A0"/>
          </a:solidFill>
        </p:grpSpPr>
        <p:sp>
          <p:nvSpPr>
            <p:cNvPr id="490" name="Google Shape;2631;p40">
              <a:extLst>
                <a:ext uri="{FF2B5EF4-FFF2-40B4-BE49-F238E27FC236}">
                  <a16:creationId xmlns:a16="http://schemas.microsoft.com/office/drawing/2014/main" id="{57B321F8-193F-B5C5-ED97-E0071B9D80EF}"/>
                </a:ext>
              </a:extLst>
            </p:cNvPr>
            <p:cNvSpPr txBox="1"/>
            <p:nvPr/>
          </p:nvSpPr>
          <p:spPr>
            <a:xfrm>
              <a:off x="4973761" y="3322574"/>
              <a:ext cx="2337944" cy="26954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7030A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HTML Map &amp; Area Elements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7030A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HTML IFRAMES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7030A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HTML Picture Tag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7030A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HTML Figure Tag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7030A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HTML Audio TAG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7030A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HTML Video TAG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7030A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Forms and Input Elements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7030A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HTML Semantic Elements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7030A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HTML Meta Tags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7030A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HTML SEO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7030A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Website Ranking Score</a:t>
              </a:r>
            </a:p>
            <a:p>
              <a:pPr defTabSz="804672">
                <a:spcAft>
                  <a:spcPts val="600"/>
                </a:spcAft>
              </a:pPr>
              <a:r>
                <a:rPr lang="en-US" sz="1200" b="1" dirty="0">
                  <a:solidFill>
                    <a:srgbClr val="7030A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Host Website Live For Free &amp; Paid</a:t>
              </a:r>
            </a:p>
          </p:txBody>
        </p:sp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46A44E00-FE6A-4258-DC7F-5376EE4D795B}"/>
                </a:ext>
              </a:extLst>
            </p:cNvPr>
            <p:cNvGrpSpPr/>
            <p:nvPr/>
          </p:nvGrpSpPr>
          <p:grpSpPr>
            <a:xfrm>
              <a:off x="4746054" y="2859855"/>
              <a:ext cx="2746582" cy="3517776"/>
              <a:chOff x="3911136" y="2873983"/>
              <a:chExt cx="3716720" cy="3406428"/>
            </a:xfrm>
            <a:grpFill/>
          </p:grpSpPr>
          <p:grpSp>
            <p:nvGrpSpPr>
              <p:cNvPr id="492" name="Google Shape;2613;p40">
                <a:extLst>
                  <a:ext uri="{FF2B5EF4-FFF2-40B4-BE49-F238E27FC236}">
                    <a16:creationId xmlns:a16="http://schemas.microsoft.com/office/drawing/2014/main" id="{418F53A8-31B6-759C-D710-455681C6DEF3}"/>
                  </a:ext>
                </a:extLst>
              </p:cNvPr>
              <p:cNvGrpSpPr/>
              <p:nvPr/>
            </p:nvGrpSpPr>
            <p:grpSpPr>
              <a:xfrm>
                <a:off x="3911136" y="2875317"/>
                <a:ext cx="3716720" cy="3405094"/>
                <a:chOff x="3600302" y="1280425"/>
                <a:chExt cx="1613623" cy="274975"/>
              </a:xfrm>
              <a:grpFill/>
            </p:grpSpPr>
            <p:sp>
              <p:nvSpPr>
                <p:cNvPr id="495" name="Google Shape;2614;p40">
                  <a:extLst>
                    <a:ext uri="{FF2B5EF4-FFF2-40B4-BE49-F238E27FC236}">
                      <a16:creationId xmlns:a16="http://schemas.microsoft.com/office/drawing/2014/main" id="{32149002-99B1-DE5E-9A5D-108AE151DDC4}"/>
                    </a:ext>
                  </a:extLst>
                </p:cNvPr>
                <p:cNvSpPr/>
                <p:nvPr/>
              </p:nvSpPr>
              <p:spPr>
                <a:xfrm>
                  <a:off x="3600302" y="1287200"/>
                  <a:ext cx="17875" cy="26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5" h="10728" extrusionOk="0">
                      <a:moveTo>
                        <a:pt x="358" y="0"/>
                      </a:moveTo>
                      <a:cubicBezTo>
                        <a:pt x="250" y="0"/>
                        <a:pt x="143" y="72"/>
                        <a:pt x="143" y="215"/>
                      </a:cubicBezTo>
                      <a:cubicBezTo>
                        <a:pt x="119" y="3620"/>
                        <a:pt x="0" y="7037"/>
                        <a:pt x="60" y="10442"/>
                      </a:cubicBezTo>
                      <a:cubicBezTo>
                        <a:pt x="66" y="10632"/>
                        <a:pt x="212" y="10728"/>
                        <a:pt x="358" y="10728"/>
                      </a:cubicBezTo>
                      <a:cubicBezTo>
                        <a:pt x="503" y="10728"/>
                        <a:pt x="649" y="10632"/>
                        <a:pt x="655" y="10442"/>
                      </a:cubicBezTo>
                      <a:cubicBezTo>
                        <a:pt x="715" y="7037"/>
                        <a:pt x="584" y="3620"/>
                        <a:pt x="572" y="215"/>
                      </a:cubicBezTo>
                      <a:cubicBezTo>
                        <a:pt x="572" y="72"/>
                        <a:pt x="465" y="0"/>
                        <a:pt x="3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6" name="Google Shape;2616;p40">
                  <a:extLst>
                    <a:ext uri="{FF2B5EF4-FFF2-40B4-BE49-F238E27FC236}">
                      <a16:creationId xmlns:a16="http://schemas.microsoft.com/office/drawing/2014/main" id="{640B25DF-6D28-01F8-C42B-25F8CBF57ED1}"/>
                    </a:ext>
                  </a:extLst>
                </p:cNvPr>
                <p:cNvSpPr/>
                <p:nvPr/>
              </p:nvSpPr>
              <p:spPr>
                <a:xfrm>
                  <a:off x="5194850" y="1280425"/>
                  <a:ext cx="19075" cy="27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3" h="10999" extrusionOk="0">
                      <a:moveTo>
                        <a:pt x="380" y="0"/>
                      </a:moveTo>
                      <a:cubicBezTo>
                        <a:pt x="212" y="0"/>
                        <a:pt x="42" y="110"/>
                        <a:pt x="36" y="331"/>
                      </a:cubicBezTo>
                      <a:cubicBezTo>
                        <a:pt x="1" y="3819"/>
                        <a:pt x="108" y="7320"/>
                        <a:pt x="191" y="10820"/>
                      </a:cubicBezTo>
                      <a:cubicBezTo>
                        <a:pt x="191" y="10939"/>
                        <a:pt x="283" y="10999"/>
                        <a:pt x="376" y="10999"/>
                      </a:cubicBezTo>
                      <a:cubicBezTo>
                        <a:pt x="468" y="10999"/>
                        <a:pt x="560" y="10939"/>
                        <a:pt x="560" y="10820"/>
                      </a:cubicBezTo>
                      <a:cubicBezTo>
                        <a:pt x="644" y="7320"/>
                        <a:pt x="763" y="3819"/>
                        <a:pt x="715" y="331"/>
                      </a:cubicBezTo>
                      <a:cubicBezTo>
                        <a:pt x="715" y="110"/>
                        <a:pt x="548" y="0"/>
                        <a:pt x="3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93" name="Google Shape;2614;p40">
                <a:extLst>
                  <a:ext uri="{FF2B5EF4-FFF2-40B4-BE49-F238E27FC236}">
                    <a16:creationId xmlns:a16="http://schemas.microsoft.com/office/drawing/2014/main" id="{5D263240-2E85-87ED-F959-A20D8C5119B9}"/>
                  </a:ext>
                </a:extLst>
              </p:cNvPr>
              <p:cNvSpPr/>
              <p:nvPr/>
            </p:nvSpPr>
            <p:spPr>
              <a:xfrm rot="16200000" flipH="1">
                <a:off x="5716796" y="4442048"/>
                <a:ext cx="105403" cy="3556151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0728" extrusionOk="0">
                    <a:moveTo>
                      <a:pt x="358" y="0"/>
                    </a:moveTo>
                    <a:cubicBezTo>
                      <a:pt x="250" y="0"/>
                      <a:pt x="143" y="72"/>
                      <a:pt x="143" y="215"/>
                    </a:cubicBezTo>
                    <a:cubicBezTo>
                      <a:pt x="119" y="3620"/>
                      <a:pt x="0" y="7037"/>
                      <a:pt x="60" y="10442"/>
                    </a:cubicBezTo>
                    <a:cubicBezTo>
                      <a:pt x="66" y="10632"/>
                      <a:pt x="212" y="10728"/>
                      <a:pt x="358" y="10728"/>
                    </a:cubicBezTo>
                    <a:cubicBezTo>
                      <a:pt x="503" y="10728"/>
                      <a:pt x="649" y="10632"/>
                      <a:pt x="655" y="10442"/>
                    </a:cubicBezTo>
                    <a:cubicBezTo>
                      <a:pt x="715" y="7037"/>
                      <a:pt x="584" y="3620"/>
                      <a:pt x="572" y="215"/>
                    </a:cubicBezTo>
                    <a:cubicBezTo>
                      <a:pt x="572" y="72"/>
                      <a:pt x="465" y="0"/>
                      <a:pt x="3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2614;p40">
                <a:extLst>
                  <a:ext uri="{FF2B5EF4-FFF2-40B4-BE49-F238E27FC236}">
                    <a16:creationId xmlns:a16="http://schemas.microsoft.com/office/drawing/2014/main" id="{9C391483-FA3F-6D9A-E067-D559AD82A4DA}"/>
                  </a:ext>
                </a:extLst>
              </p:cNvPr>
              <p:cNvSpPr/>
              <p:nvPr/>
            </p:nvSpPr>
            <p:spPr>
              <a:xfrm rot="16200000" flipH="1">
                <a:off x="5700326" y="1148609"/>
                <a:ext cx="105403" cy="3556151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0728" extrusionOk="0">
                    <a:moveTo>
                      <a:pt x="358" y="0"/>
                    </a:moveTo>
                    <a:cubicBezTo>
                      <a:pt x="250" y="0"/>
                      <a:pt x="143" y="72"/>
                      <a:pt x="143" y="215"/>
                    </a:cubicBezTo>
                    <a:cubicBezTo>
                      <a:pt x="119" y="3620"/>
                      <a:pt x="0" y="7037"/>
                      <a:pt x="60" y="10442"/>
                    </a:cubicBezTo>
                    <a:cubicBezTo>
                      <a:pt x="66" y="10632"/>
                      <a:pt x="212" y="10728"/>
                      <a:pt x="358" y="10728"/>
                    </a:cubicBezTo>
                    <a:cubicBezTo>
                      <a:pt x="503" y="10728"/>
                      <a:pt x="649" y="10632"/>
                      <a:pt x="655" y="10442"/>
                    </a:cubicBezTo>
                    <a:cubicBezTo>
                      <a:pt x="715" y="7037"/>
                      <a:pt x="584" y="3620"/>
                      <a:pt x="572" y="215"/>
                    </a:cubicBezTo>
                    <a:cubicBezTo>
                      <a:pt x="572" y="72"/>
                      <a:pt x="465" y="0"/>
                      <a:pt x="3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8" name="Group 517">
            <a:extLst>
              <a:ext uri="{FF2B5EF4-FFF2-40B4-BE49-F238E27FC236}">
                <a16:creationId xmlns:a16="http://schemas.microsoft.com/office/drawing/2014/main" id="{8AF2F548-09FF-7B09-26AB-F2AAE7EAFD35}"/>
              </a:ext>
            </a:extLst>
          </p:cNvPr>
          <p:cNvGrpSpPr/>
          <p:nvPr/>
        </p:nvGrpSpPr>
        <p:grpSpPr>
          <a:xfrm>
            <a:off x="8279375" y="2865705"/>
            <a:ext cx="2876949" cy="3547541"/>
            <a:chOff x="8279376" y="2865705"/>
            <a:chExt cx="2551406" cy="3406429"/>
          </a:xfrm>
        </p:grpSpPr>
        <p:sp>
          <p:nvSpPr>
            <p:cNvPr id="497" name="Google Shape;2631;p40">
              <a:extLst>
                <a:ext uri="{FF2B5EF4-FFF2-40B4-BE49-F238E27FC236}">
                  <a16:creationId xmlns:a16="http://schemas.microsoft.com/office/drawing/2014/main" id="{179662D4-B4C0-4FCA-7E5E-0C879D9A8262}"/>
                </a:ext>
              </a:extLst>
            </p:cNvPr>
            <p:cNvSpPr txBox="1"/>
            <p:nvPr/>
          </p:nvSpPr>
          <p:spPr>
            <a:xfrm>
              <a:off x="8406630" y="3066513"/>
              <a:ext cx="2317637" cy="28832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804672">
                <a:spcAft>
                  <a:spcPts val="600"/>
                </a:spcAft>
              </a:pPr>
              <a:r>
                <a:rPr lang="en-US" b="1" dirty="0">
                  <a:solidFill>
                    <a:srgbClr val="FF6D0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40+ Interview Questions</a:t>
              </a:r>
            </a:p>
            <a:p>
              <a:pPr defTabSz="804672">
                <a:spcAft>
                  <a:spcPts val="600"/>
                </a:spcAft>
              </a:pPr>
              <a:r>
                <a:rPr lang="en-US" b="1" dirty="0">
                  <a:solidFill>
                    <a:srgbClr val="FF6D0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30+ Tips &amp; Tricks</a:t>
              </a:r>
            </a:p>
            <a:p>
              <a:pPr defTabSz="804672">
                <a:spcAft>
                  <a:spcPts val="600"/>
                </a:spcAft>
              </a:pPr>
              <a:r>
                <a:rPr lang="en-US" b="1" dirty="0">
                  <a:solidFill>
                    <a:srgbClr val="FF6D0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Notes + List of Deprecated Tags</a:t>
              </a:r>
            </a:p>
            <a:p>
              <a:pPr defTabSz="804672">
                <a:spcAft>
                  <a:spcPts val="600"/>
                </a:spcAft>
              </a:pPr>
              <a:r>
                <a:rPr lang="en-US" b="1" dirty="0">
                  <a:solidFill>
                    <a:srgbClr val="FF6D0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50+ Animated Slides</a:t>
              </a:r>
            </a:p>
            <a:p>
              <a:pPr defTabSz="804672">
                <a:spcAft>
                  <a:spcPts val="600"/>
                </a:spcAft>
              </a:pPr>
              <a:r>
                <a:rPr lang="en-US" b="1" dirty="0">
                  <a:solidFill>
                    <a:srgbClr val="FF6D0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PROJECT – </a:t>
              </a:r>
            </a:p>
            <a:p>
              <a:pPr defTabSz="804672">
                <a:spcAft>
                  <a:spcPts val="600"/>
                </a:spcAft>
              </a:pPr>
              <a:r>
                <a:rPr lang="en-US" b="1" dirty="0">
                  <a:solidFill>
                    <a:srgbClr val="FF6D0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COMPLETE WEBSITE </a:t>
              </a:r>
            </a:p>
            <a:p>
              <a:pPr defTabSz="804672">
                <a:spcAft>
                  <a:spcPts val="600"/>
                </a:spcAft>
              </a:pPr>
              <a:r>
                <a:rPr lang="en-US" b="1" dirty="0">
                  <a:solidFill>
                    <a:srgbClr val="FF6D0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USING HTML ONLY + </a:t>
              </a:r>
            </a:p>
            <a:p>
              <a:pPr defTabSz="804672">
                <a:spcAft>
                  <a:spcPts val="600"/>
                </a:spcAft>
              </a:pPr>
              <a:r>
                <a:rPr lang="en-US" b="1" dirty="0">
                  <a:solidFill>
                    <a:srgbClr val="FF6D0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BASIC OF CSS </a:t>
              </a:r>
              <a:r>
                <a:rPr lang="en-US" b="1" dirty="0">
                  <a:solidFill>
                    <a:srgbClr val="00B050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</a:rPr>
                <a:t>💖</a:t>
              </a:r>
            </a:p>
          </p:txBody>
        </p:sp>
        <p:grpSp>
          <p:nvGrpSpPr>
            <p:cNvPr id="517" name="Group 516">
              <a:extLst>
                <a:ext uri="{FF2B5EF4-FFF2-40B4-BE49-F238E27FC236}">
                  <a16:creationId xmlns:a16="http://schemas.microsoft.com/office/drawing/2014/main" id="{2C3B9A78-521E-AE42-C261-78198808D5C2}"/>
                </a:ext>
              </a:extLst>
            </p:cNvPr>
            <p:cNvGrpSpPr/>
            <p:nvPr/>
          </p:nvGrpSpPr>
          <p:grpSpPr>
            <a:xfrm>
              <a:off x="8279376" y="2865705"/>
              <a:ext cx="2551406" cy="3406429"/>
              <a:chOff x="8279376" y="2865705"/>
              <a:chExt cx="2551406" cy="3406429"/>
            </a:xfrm>
          </p:grpSpPr>
          <p:grpSp>
            <p:nvGrpSpPr>
              <p:cNvPr id="499" name="Google Shape;2613;p40">
                <a:extLst>
                  <a:ext uri="{FF2B5EF4-FFF2-40B4-BE49-F238E27FC236}">
                    <a16:creationId xmlns:a16="http://schemas.microsoft.com/office/drawing/2014/main" id="{B07C4B65-5789-15C4-2AD7-5E16014EE9C0}"/>
                  </a:ext>
                </a:extLst>
              </p:cNvPr>
              <p:cNvGrpSpPr/>
              <p:nvPr/>
            </p:nvGrpSpPr>
            <p:grpSpPr>
              <a:xfrm>
                <a:off x="8279376" y="2867040"/>
                <a:ext cx="2551406" cy="3405094"/>
                <a:chOff x="3600302" y="1280425"/>
                <a:chExt cx="1613623" cy="274975"/>
              </a:xfrm>
              <a:solidFill>
                <a:srgbClr val="FF6D00"/>
              </a:solidFill>
            </p:grpSpPr>
            <p:sp>
              <p:nvSpPr>
                <p:cNvPr id="502" name="Google Shape;2614;p40">
                  <a:extLst>
                    <a:ext uri="{FF2B5EF4-FFF2-40B4-BE49-F238E27FC236}">
                      <a16:creationId xmlns:a16="http://schemas.microsoft.com/office/drawing/2014/main" id="{2FD9B788-CA2D-983A-3288-817FE02F541B}"/>
                    </a:ext>
                  </a:extLst>
                </p:cNvPr>
                <p:cNvSpPr/>
                <p:nvPr/>
              </p:nvSpPr>
              <p:spPr>
                <a:xfrm>
                  <a:off x="3600302" y="1287200"/>
                  <a:ext cx="17875" cy="26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5" h="10728" extrusionOk="0">
                      <a:moveTo>
                        <a:pt x="358" y="0"/>
                      </a:moveTo>
                      <a:cubicBezTo>
                        <a:pt x="250" y="0"/>
                        <a:pt x="143" y="72"/>
                        <a:pt x="143" y="215"/>
                      </a:cubicBezTo>
                      <a:cubicBezTo>
                        <a:pt x="119" y="3620"/>
                        <a:pt x="0" y="7037"/>
                        <a:pt x="60" y="10442"/>
                      </a:cubicBezTo>
                      <a:cubicBezTo>
                        <a:pt x="66" y="10632"/>
                        <a:pt x="212" y="10728"/>
                        <a:pt x="358" y="10728"/>
                      </a:cubicBezTo>
                      <a:cubicBezTo>
                        <a:pt x="503" y="10728"/>
                        <a:pt x="649" y="10632"/>
                        <a:pt x="655" y="10442"/>
                      </a:cubicBezTo>
                      <a:cubicBezTo>
                        <a:pt x="715" y="7037"/>
                        <a:pt x="584" y="3620"/>
                        <a:pt x="572" y="215"/>
                      </a:cubicBezTo>
                      <a:cubicBezTo>
                        <a:pt x="572" y="72"/>
                        <a:pt x="465" y="0"/>
                        <a:pt x="3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3" name="Google Shape;2616;p40">
                  <a:extLst>
                    <a:ext uri="{FF2B5EF4-FFF2-40B4-BE49-F238E27FC236}">
                      <a16:creationId xmlns:a16="http://schemas.microsoft.com/office/drawing/2014/main" id="{0677FB36-FF9F-B41E-12AA-9B4B8FB123DA}"/>
                    </a:ext>
                  </a:extLst>
                </p:cNvPr>
                <p:cNvSpPr/>
                <p:nvPr/>
              </p:nvSpPr>
              <p:spPr>
                <a:xfrm>
                  <a:off x="5194850" y="1280425"/>
                  <a:ext cx="19075" cy="27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3" h="10999" extrusionOk="0">
                      <a:moveTo>
                        <a:pt x="380" y="0"/>
                      </a:moveTo>
                      <a:cubicBezTo>
                        <a:pt x="212" y="0"/>
                        <a:pt x="42" y="110"/>
                        <a:pt x="36" y="331"/>
                      </a:cubicBezTo>
                      <a:cubicBezTo>
                        <a:pt x="1" y="3819"/>
                        <a:pt x="108" y="7320"/>
                        <a:pt x="191" y="10820"/>
                      </a:cubicBezTo>
                      <a:cubicBezTo>
                        <a:pt x="191" y="10939"/>
                        <a:pt x="283" y="10999"/>
                        <a:pt x="376" y="10999"/>
                      </a:cubicBezTo>
                      <a:cubicBezTo>
                        <a:pt x="468" y="10999"/>
                        <a:pt x="560" y="10939"/>
                        <a:pt x="560" y="10820"/>
                      </a:cubicBezTo>
                      <a:cubicBezTo>
                        <a:pt x="644" y="7320"/>
                        <a:pt x="763" y="3819"/>
                        <a:pt x="715" y="331"/>
                      </a:cubicBezTo>
                      <a:cubicBezTo>
                        <a:pt x="715" y="110"/>
                        <a:pt x="548" y="0"/>
                        <a:pt x="3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00" name="Google Shape;2614;p40">
                <a:extLst>
                  <a:ext uri="{FF2B5EF4-FFF2-40B4-BE49-F238E27FC236}">
                    <a16:creationId xmlns:a16="http://schemas.microsoft.com/office/drawing/2014/main" id="{D7D720AA-1FFC-35BC-42B9-7C28CA4164DA}"/>
                  </a:ext>
                </a:extLst>
              </p:cNvPr>
              <p:cNvSpPr/>
              <p:nvPr/>
            </p:nvSpPr>
            <p:spPr>
              <a:xfrm rot="16200000" flipH="1">
                <a:off x="9502379" y="4991256"/>
                <a:ext cx="105403" cy="2441180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0728" extrusionOk="0">
                    <a:moveTo>
                      <a:pt x="358" y="0"/>
                    </a:moveTo>
                    <a:cubicBezTo>
                      <a:pt x="250" y="0"/>
                      <a:pt x="143" y="72"/>
                      <a:pt x="143" y="215"/>
                    </a:cubicBezTo>
                    <a:cubicBezTo>
                      <a:pt x="119" y="3620"/>
                      <a:pt x="0" y="7037"/>
                      <a:pt x="60" y="10442"/>
                    </a:cubicBezTo>
                    <a:cubicBezTo>
                      <a:pt x="66" y="10632"/>
                      <a:pt x="212" y="10728"/>
                      <a:pt x="358" y="10728"/>
                    </a:cubicBezTo>
                    <a:cubicBezTo>
                      <a:pt x="503" y="10728"/>
                      <a:pt x="649" y="10632"/>
                      <a:pt x="655" y="10442"/>
                    </a:cubicBezTo>
                    <a:cubicBezTo>
                      <a:pt x="715" y="7037"/>
                      <a:pt x="584" y="3620"/>
                      <a:pt x="572" y="215"/>
                    </a:cubicBezTo>
                    <a:cubicBezTo>
                      <a:pt x="572" y="72"/>
                      <a:pt x="465" y="0"/>
                      <a:pt x="358" y="0"/>
                    </a:cubicBezTo>
                    <a:close/>
                  </a:path>
                </a:pathLst>
              </a:custGeom>
              <a:solidFill>
                <a:srgbClr val="FF6D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2614;p40">
                <a:extLst>
                  <a:ext uri="{FF2B5EF4-FFF2-40B4-BE49-F238E27FC236}">
                    <a16:creationId xmlns:a16="http://schemas.microsoft.com/office/drawing/2014/main" id="{611905C8-5DCC-68EF-5578-2A258EA639FF}"/>
                  </a:ext>
                </a:extLst>
              </p:cNvPr>
              <p:cNvSpPr/>
              <p:nvPr/>
            </p:nvSpPr>
            <p:spPr>
              <a:xfrm rot="16200000" flipH="1">
                <a:off x="9491073" y="1697817"/>
                <a:ext cx="105403" cy="2441180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0728" extrusionOk="0">
                    <a:moveTo>
                      <a:pt x="358" y="0"/>
                    </a:moveTo>
                    <a:cubicBezTo>
                      <a:pt x="250" y="0"/>
                      <a:pt x="143" y="72"/>
                      <a:pt x="143" y="215"/>
                    </a:cubicBezTo>
                    <a:cubicBezTo>
                      <a:pt x="119" y="3620"/>
                      <a:pt x="0" y="7037"/>
                      <a:pt x="60" y="10442"/>
                    </a:cubicBezTo>
                    <a:cubicBezTo>
                      <a:pt x="66" y="10632"/>
                      <a:pt x="212" y="10728"/>
                      <a:pt x="358" y="10728"/>
                    </a:cubicBezTo>
                    <a:cubicBezTo>
                      <a:pt x="503" y="10728"/>
                      <a:pt x="649" y="10632"/>
                      <a:pt x="655" y="10442"/>
                    </a:cubicBezTo>
                    <a:cubicBezTo>
                      <a:pt x="715" y="7037"/>
                      <a:pt x="584" y="3620"/>
                      <a:pt x="572" y="215"/>
                    </a:cubicBezTo>
                    <a:cubicBezTo>
                      <a:pt x="572" y="72"/>
                      <a:pt x="465" y="0"/>
                      <a:pt x="358" y="0"/>
                    </a:cubicBezTo>
                    <a:close/>
                  </a:path>
                </a:pathLst>
              </a:custGeom>
              <a:solidFill>
                <a:srgbClr val="FF6D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515" name="Picture 514" descr="A orange file with white text&#10;&#10;Description automatically generated">
            <a:extLst>
              <a:ext uri="{FF2B5EF4-FFF2-40B4-BE49-F238E27FC236}">
                <a16:creationId xmlns:a16="http://schemas.microsoft.com/office/drawing/2014/main" id="{7FC74253-2716-4182-888E-71A072456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507" y="-6784"/>
            <a:ext cx="1822192" cy="16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4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C7D616F-9A74-4D3C-B5A7-6E5538BA0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356" y="1910282"/>
            <a:ext cx="7187276" cy="4042843"/>
          </a:xfrm>
          <a:prstGeom prst="rect">
            <a:avLst/>
          </a:prstGeom>
        </p:spPr>
      </p:pic>
      <p:sp>
        <p:nvSpPr>
          <p:cNvPr id="2" name="Google Shape;411;p25">
            <a:extLst>
              <a:ext uri="{FF2B5EF4-FFF2-40B4-BE49-F238E27FC236}">
                <a16:creationId xmlns:a16="http://schemas.microsoft.com/office/drawing/2014/main" id="{99B480B6-C610-AD85-FAD4-2DA9FF351A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2563" y="963880"/>
            <a:ext cx="6761928" cy="91412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bg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HOW</a:t>
            </a:r>
            <a:r>
              <a:rPr lang="en-US" sz="4800" dirty="0"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 </a:t>
            </a:r>
            <a:r>
              <a:rPr lang="en-US" sz="4800" dirty="0">
                <a:solidFill>
                  <a:schemeClr val="bg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WEBSITE </a:t>
            </a:r>
            <a:r>
              <a:rPr lang="en-US" sz="4800" dirty="0">
                <a:solidFill>
                  <a:schemeClr val="accent5">
                    <a:lumMod val="75000"/>
                  </a:schemeClr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WORKS?</a:t>
            </a:r>
          </a:p>
        </p:txBody>
      </p:sp>
      <p:sp>
        <p:nvSpPr>
          <p:cNvPr id="3" name="Google Shape;412;p25">
            <a:extLst>
              <a:ext uri="{FF2B5EF4-FFF2-40B4-BE49-F238E27FC236}">
                <a16:creationId xmlns:a16="http://schemas.microsoft.com/office/drawing/2014/main" id="{AF62380C-038E-B3E0-9842-310925AF0C90}"/>
              </a:ext>
            </a:extLst>
          </p:cNvPr>
          <p:cNvSpPr/>
          <p:nvPr/>
        </p:nvSpPr>
        <p:spPr>
          <a:xfrm>
            <a:off x="1352670" y="973405"/>
            <a:ext cx="1269336" cy="91412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bg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01</a:t>
            </a:r>
          </a:p>
        </p:txBody>
      </p:sp>
      <p:pic>
        <p:nvPicPr>
          <p:cNvPr id="12" name="Picture 11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806E5741-2754-BA73-0FE3-ED0A95E46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76" y="3596030"/>
            <a:ext cx="2254638" cy="2254638"/>
          </a:xfrm>
          <a:prstGeom prst="rect">
            <a:avLst/>
          </a:prstGeom>
        </p:spPr>
      </p:pic>
      <p:pic>
        <p:nvPicPr>
          <p:cNvPr id="13" name="Picture 12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C97A7A5D-3429-4C22-A832-FD1E3C1C1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2554" y="1162157"/>
            <a:ext cx="2254638" cy="22546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AutoShape 5">
            <a:extLst>
              <a:ext uri="{FF2B5EF4-FFF2-40B4-BE49-F238E27FC236}">
                <a16:creationId xmlns:a16="http://schemas.microsoft.com/office/drawing/2014/main" id="{C179C54E-2B42-AF09-5885-752A01F384B7}"/>
              </a:ext>
            </a:extLst>
          </p:cNvPr>
          <p:cNvSpPr/>
          <p:nvPr/>
        </p:nvSpPr>
        <p:spPr>
          <a:xfrm rot="5381082" flipH="1">
            <a:off x="5727552" y="17727"/>
            <a:ext cx="33890" cy="5047241"/>
          </a:xfrm>
          <a:prstGeom prst="line">
            <a:avLst/>
          </a:prstGeom>
          <a:ln w="76200" cap="rnd">
            <a:solidFill>
              <a:srgbClr val="00B0F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 descr="A person sitting at a desk using a computer&#10;&#10;Description automatically generated">
            <a:extLst>
              <a:ext uri="{FF2B5EF4-FFF2-40B4-BE49-F238E27FC236}">
                <a16:creationId xmlns:a16="http://schemas.microsoft.com/office/drawing/2014/main" id="{549BEC8F-9595-409D-FC0D-6626DB274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923135" y="692507"/>
            <a:ext cx="6225951" cy="3675698"/>
          </a:xfrm>
          <a:prstGeom prst="rect">
            <a:avLst/>
          </a:prstGeom>
        </p:spPr>
      </p:pic>
      <p:sp>
        <p:nvSpPr>
          <p:cNvPr id="40" name="AutoShape 5">
            <a:extLst>
              <a:ext uri="{FF2B5EF4-FFF2-40B4-BE49-F238E27FC236}">
                <a16:creationId xmlns:a16="http://schemas.microsoft.com/office/drawing/2014/main" id="{1E7D0C29-1959-9C12-65E7-E3FE2DE403B1}"/>
              </a:ext>
            </a:extLst>
          </p:cNvPr>
          <p:cNvSpPr/>
          <p:nvPr/>
        </p:nvSpPr>
        <p:spPr>
          <a:xfrm rot="5381082" flipH="1">
            <a:off x="6055673" y="357009"/>
            <a:ext cx="17293" cy="4897984"/>
          </a:xfrm>
          <a:prstGeom prst="line">
            <a:avLst/>
          </a:prstGeom>
          <a:ln w="76200" cap="rnd">
            <a:solidFill>
              <a:srgbClr val="FFC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4" name="Graphic 43" descr="Line arrow: Clockwise curve with solid fill">
            <a:extLst>
              <a:ext uri="{FF2B5EF4-FFF2-40B4-BE49-F238E27FC236}">
                <a16:creationId xmlns:a16="http://schemas.microsoft.com/office/drawing/2014/main" id="{1D342541-1AA7-7533-FA56-497E237C38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3191509">
            <a:off x="2904656" y="1434920"/>
            <a:ext cx="496094" cy="780220"/>
          </a:xfrm>
          <a:prstGeom prst="rect">
            <a:avLst/>
          </a:prstGeom>
        </p:spPr>
      </p:pic>
      <p:sp>
        <p:nvSpPr>
          <p:cNvPr id="45" name="Google Shape;1405;p28">
            <a:extLst>
              <a:ext uri="{FF2B5EF4-FFF2-40B4-BE49-F238E27FC236}">
                <a16:creationId xmlns:a16="http://schemas.microsoft.com/office/drawing/2014/main" id="{CE330BD5-F325-094C-1264-376019D1435F}"/>
              </a:ext>
            </a:extLst>
          </p:cNvPr>
          <p:cNvSpPr/>
          <p:nvPr/>
        </p:nvSpPr>
        <p:spPr>
          <a:xfrm>
            <a:off x="3411385" y="1323281"/>
            <a:ext cx="1667716" cy="343044"/>
          </a:xfrm>
          <a:custGeom>
            <a:avLst/>
            <a:gdLst/>
            <a:ahLst/>
            <a:cxnLst/>
            <a:rect l="l" t="t" r="r" b="b"/>
            <a:pathLst>
              <a:path w="108133" h="25219" extrusionOk="0">
                <a:moveTo>
                  <a:pt x="12609" y="1"/>
                </a:moveTo>
                <a:cubicBezTo>
                  <a:pt x="5644" y="1"/>
                  <a:pt x="0" y="5645"/>
                  <a:pt x="0" y="12610"/>
                </a:cubicBezTo>
                <a:cubicBezTo>
                  <a:pt x="0" y="19575"/>
                  <a:pt x="5644" y="25218"/>
                  <a:pt x="12609" y="25218"/>
                </a:cubicBezTo>
                <a:lnTo>
                  <a:pt x="95524" y="25218"/>
                </a:lnTo>
                <a:cubicBezTo>
                  <a:pt x="102489" y="25218"/>
                  <a:pt x="108133" y="19575"/>
                  <a:pt x="108133" y="12610"/>
                </a:cubicBezTo>
                <a:cubicBezTo>
                  <a:pt x="108133" y="5645"/>
                  <a:pt x="102489" y="1"/>
                  <a:pt x="95524" y="1"/>
                </a:cubicBez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latin typeface="Syne" pitchFamily="2" charset="0"/>
                <a:ea typeface="Fira Sans Extra Condensed Medium"/>
                <a:cs typeface="Fira Sans Extra Condensed Medium"/>
                <a:sym typeface="Fira Sans Extra Condensed Medium"/>
              </a:rPr>
              <a:t>www.thapatechnical.com</a:t>
            </a:r>
            <a:endParaRPr sz="1000" dirty="0">
              <a:latin typeface="Syne" pitchFamily="2" charset="0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id="53" name="Graphic 52" descr="Search Inventory with solid fill">
            <a:extLst>
              <a:ext uri="{FF2B5EF4-FFF2-40B4-BE49-F238E27FC236}">
                <a16:creationId xmlns:a16="http://schemas.microsoft.com/office/drawing/2014/main" id="{DC00081E-02EE-5952-689A-73479F2A77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25909" y="1006674"/>
            <a:ext cx="914400" cy="914400"/>
          </a:xfrm>
          <a:prstGeom prst="rect">
            <a:avLst/>
          </a:prstGeom>
        </p:spPr>
      </p:pic>
      <p:pic>
        <p:nvPicPr>
          <p:cNvPr id="54" name="Graphic 53" descr="Line arrow: Clockwise curve with solid fill">
            <a:extLst>
              <a:ext uri="{FF2B5EF4-FFF2-40B4-BE49-F238E27FC236}">
                <a16:creationId xmlns:a16="http://schemas.microsoft.com/office/drawing/2014/main" id="{405B73EB-CE28-6F5D-33F9-85AE3CD6E0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 flipV="1">
            <a:off x="8139116" y="1117940"/>
            <a:ext cx="496094" cy="780220"/>
          </a:xfrm>
          <a:prstGeom prst="rect">
            <a:avLst/>
          </a:prstGeom>
        </p:spPr>
      </p:pic>
      <p:pic>
        <p:nvPicPr>
          <p:cNvPr id="60" name="Graphic 59" descr="Line arrow: Clockwise curve with solid fill">
            <a:extLst>
              <a:ext uri="{FF2B5EF4-FFF2-40B4-BE49-F238E27FC236}">
                <a16:creationId xmlns:a16="http://schemas.microsoft.com/office/drawing/2014/main" id="{A86B522E-2FCF-1CAB-3499-DF964CD408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789585" flipH="1">
            <a:off x="2843818" y="2555368"/>
            <a:ext cx="617773" cy="1241600"/>
          </a:xfrm>
          <a:prstGeom prst="rect">
            <a:avLst/>
          </a:prstGeom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405454D0-C319-5FBF-0435-36BE8B81C747}"/>
              </a:ext>
            </a:extLst>
          </p:cNvPr>
          <p:cNvGrpSpPr/>
          <p:nvPr/>
        </p:nvGrpSpPr>
        <p:grpSpPr>
          <a:xfrm>
            <a:off x="6407433" y="3812187"/>
            <a:ext cx="920466" cy="1402881"/>
            <a:chOff x="2644526" y="2664249"/>
            <a:chExt cx="969904" cy="666175"/>
          </a:xfrm>
          <a:solidFill>
            <a:srgbClr val="C00000"/>
          </a:solidFill>
        </p:grpSpPr>
        <p:grpSp>
          <p:nvGrpSpPr>
            <p:cNvPr id="83" name="Google Shape;2297;p37">
              <a:extLst>
                <a:ext uri="{FF2B5EF4-FFF2-40B4-BE49-F238E27FC236}">
                  <a16:creationId xmlns:a16="http://schemas.microsoft.com/office/drawing/2014/main" id="{C696C467-0CCF-88D2-CD29-EB738ACF6820}"/>
                </a:ext>
              </a:extLst>
            </p:cNvPr>
            <p:cNvGrpSpPr/>
            <p:nvPr/>
          </p:nvGrpSpPr>
          <p:grpSpPr>
            <a:xfrm>
              <a:off x="3316755" y="2664249"/>
              <a:ext cx="297675" cy="666175"/>
              <a:chOff x="5823625" y="2258563"/>
              <a:chExt cx="297675" cy="666175"/>
            </a:xfrm>
            <a:grpFill/>
          </p:grpSpPr>
          <p:sp>
            <p:nvSpPr>
              <p:cNvPr id="85" name="Google Shape;2298;p37">
                <a:extLst>
                  <a:ext uri="{FF2B5EF4-FFF2-40B4-BE49-F238E27FC236}">
                    <a16:creationId xmlns:a16="http://schemas.microsoft.com/office/drawing/2014/main" id="{87D3E7DA-8552-B149-D2A8-3DCC73F54B74}"/>
                  </a:ext>
                </a:extLst>
              </p:cNvPr>
              <p:cNvSpPr/>
              <p:nvPr/>
            </p:nvSpPr>
            <p:spPr>
              <a:xfrm>
                <a:off x="5825400" y="2258563"/>
                <a:ext cx="25" cy="6661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647" fill="none" extrusionOk="0">
                    <a:moveTo>
                      <a:pt x="1" y="26646"/>
                    </a:moveTo>
                    <a:lnTo>
                      <a:pt x="1" y="0"/>
                    </a:lnTo>
                  </a:path>
                </a:pathLst>
              </a:custGeom>
              <a:grpFill/>
              <a:ln w="11300" cap="flat" cmpd="sng">
                <a:solidFill>
                  <a:srgbClr val="FF0000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6" name="Google Shape;2299;p37">
                <a:extLst>
                  <a:ext uri="{FF2B5EF4-FFF2-40B4-BE49-F238E27FC236}">
                    <a16:creationId xmlns:a16="http://schemas.microsoft.com/office/drawing/2014/main" id="{2B86500B-44A9-0DAD-6167-08AABD8F2EAB}"/>
                  </a:ext>
                </a:extLst>
              </p:cNvPr>
              <p:cNvSpPr/>
              <p:nvPr/>
            </p:nvSpPr>
            <p:spPr>
              <a:xfrm>
                <a:off x="5823625" y="2874413"/>
                <a:ext cx="2976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1907" h="1" fill="none" extrusionOk="0">
                    <a:moveTo>
                      <a:pt x="0" y="0"/>
                    </a:moveTo>
                    <a:lnTo>
                      <a:pt x="11907" y="0"/>
                    </a:lnTo>
                  </a:path>
                </a:pathLst>
              </a:custGeom>
              <a:grpFill/>
              <a:ln w="11300" cap="flat" cmpd="sng">
                <a:solidFill>
                  <a:srgbClr val="FF0000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2300;p37">
                <a:extLst>
                  <a:ext uri="{FF2B5EF4-FFF2-40B4-BE49-F238E27FC236}">
                    <a16:creationId xmlns:a16="http://schemas.microsoft.com/office/drawing/2014/main" id="{E9368C0D-A2A5-F347-2409-C2BBD50C6DC7}"/>
                  </a:ext>
                </a:extLst>
              </p:cNvPr>
              <p:cNvSpPr/>
              <p:nvPr/>
            </p:nvSpPr>
            <p:spPr>
              <a:xfrm>
                <a:off x="5823625" y="2305288"/>
                <a:ext cx="2976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1907" h="1" fill="none" extrusionOk="0">
                    <a:moveTo>
                      <a:pt x="0" y="1"/>
                    </a:moveTo>
                    <a:lnTo>
                      <a:pt x="11907" y="1"/>
                    </a:lnTo>
                  </a:path>
                </a:pathLst>
              </a:custGeom>
              <a:grpFill/>
              <a:ln w="11300" cap="flat" cmpd="sng">
                <a:solidFill>
                  <a:srgbClr val="FF0000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2301;p37">
                <a:extLst>
                  <a:ext uri="{FF2B5EF4-FFF2-40B4-BE49-F238E27FC236}">
                    <a16:creationId xmlns:a16="http://schemas.microsoft.com/office/drawing/2014/main" id="{A4F3E571-C2FC-C197-51CC-31A4D3AC16A3}"/>
                  </a:ext>
                </a:extLst>
              </p:cNvPr>
              <p:cNvSpPr/>
              <p:nvPr/>
            </p:nvSpPr>
            <p:spPr>
              <a:xfrm>
                <a:off x="5832250" y="2590738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grpFill/>
              <a:ln w="8025" cap="flat" cmpd="sng">
                <a:solidFill>
                  <a:schemeClr val="tx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84" name="Google Shape;2295;p37">
              <a:extLst>
                <a:ext uri="{FF2B5EF4-FFF2-40B4-BE49-F238E27FC236}">
                  <a16:creationId xmlns:a16="http://schemas.microsoft.com/office/drawing/2014/main" id="{7717672C-F66A-D1B7-F7BD-6AE72AE2849A}"/>
                </a:ext>
              </a:extLst>
            </p:cNvPr>
            <p:cNvCxnSpPr>
              <a:cxnSpLocks/>
            </p:cNvCxnSpPr>
            <p:nvPr/>
          </p:nvCxnSpPr>
          <p:spPr>
            <a:xfrm>
              <a:off x="2644526" y="2996424"/>
              <a:ext cx="969903" cy="0"/>
            </a:xfrm>
            <a:prstGeom prst="straightConnector1">
              <a:avLst/>
            </a:prstGeom>
            <a:grp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083388B-2EC9-5C78-3822-08E8304D5D2F}"/>
              </a:ext>
            </a:extLst>
          </p:cNvPr>
          <p:cNvGrpSpPr/>
          <p:nvPr/>
        </p:nvGrpSpPr>
        <p:grpSpPr>
          <a:xfrm>
            <a:off x="7498483" y="3690928"/>
            <a:ext cx="1360965" cy="448939"/>
            <a:chOff x="931500" y="1993182"/>
            <a:chExt cx="2373491" cy="735967"/>
          </a:xfrm>
          <a:solidFill>
            <a:srgbClr val="F8DA30"/>
          </a:solidFill>
        </p:grpSpPr>
        <p:grpSp>
          <p:nvGrpSpPr>
            <p:cNvPr id="91" name="Google Shape;2613;p40">
              <a:extLst>
                <a:ext uri="{FF2B5EF4-FFF2-40B4-BE49-F238E27FC236}">
                  <a16:creationId xmlns:a16="http://schemas.microsoft.com/office/drawing/2014/main" id="{96EB0B9E-827E-D9D1-E762-9D196BBC2671}"/>
                </a:ext>
              </a:extLst>
            </p:cNvPr>
            <p:cNvGrpSpPr/>
            <p:nvPr/>
          </p:nvGrpSpPr>
          <p:grpSpPr>
            <a:xfrm>
              <a:off x="931500" y="1993182"/>
              <a:ext cx="2373491" cy="735967"/>
              <a:chOff x="3890825" y="1255525"/>
              <a:chExt cx="1333825" cy="314375"/>
            </a:xfrm>
            <a:grpFill/>
          </p:grpSpPr>
          <p:sp>
            <p:nvSpPr>
              <p:cNvPr id="93" name="Google Shape;2614;p40">
                <a:extLst>
                  <a:ext uri="{FF2B5EF4-FFF2-40B4-BE49-F238E27FC236}">
                    <a16:creationId xmlns:a16="http://schemas.microsoft.com/office/drawing/2014/main" id="{EC059785-083F-00C2-40E6-F930673B1D6D}"/>
                  </a:ext>
                </a:extLst>
              </p:cNvPr>
              <p:cNvSpPr/>
              <p:nvPr/>
            </p:nvSpPr>
            <p:spPr>
              <a:xfrm>
                <a:off x="3890825" y="1296425"/>
                <a:ext cx="17875" cy="268200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0728" extrusionOk="0">
                    <a:moveTo>
                      <a:pt x="358" y="0"/>
                    </a:moveTo>
                    <a:cubicBezTo>
                      <a:pt x="250" y="0"/>
                      <a:pt x="143" y="72"/>
                      <a:pt x="143" y="215"/>
                    </a:cubicBezTo>
                    <a:cubicBezTo>
                      <a:pt x="119" y="3620"/>
                      <a:pt x="0" y="7037"/>
                      <a:pt x="60" y="10442"/>
                    </a:cubicBezTo>
                    <a:cubicBezTo>
                      <a:pt x="66" y="10632"/>
                      <a:pt x="212" y="10728"/>
                      <a:pt x="358" y="10728"/>
                    </a:cubicBezTo>
                    <a:cubicBezTo>
                      <a:pt x="503" y="10728"/>
                      <a:pt x="649" y="10632"/>
                      <a:pt x="655" y="10442"/>
                    </a:cubicBezTo>
                    <a:cubicBezTo>
                      <a:pt x="715" y="7037"/>
                      <a:pt x="584" y="3620"/>
                      <a:pt x="572" y="215"/>
                    </a:cubicBezTo>
                    <a:cubicBezTo>
                      <a:pt x="572" y="72"/>
                      <a:pt x="465" y="0"/>
                      <a:pt x="3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Google Shape;2615;p40">
                <a:extLst>
                  <a:ext uri="{FF2B5EF4-FFF2-40B4-BE49-F238E27FC236}">
                    <a16:creationId xmlns:a16="http://schemas.microsoft.com/office/drawing/2014/main" id="{73B60668-E329-35E6-1D77-79D95ABC4AF2}"/>
                  </a:ext>
                </a:extLst>
              </p:cNvPr>
              <p:cNvSpPr/>
              <p:nvPr/>
            </p:nvSpPr>
            <p:spPr>
              <a:xfrm>
                <a:off x="3893500" y="1544750"/>
                <a:ext cx="133115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53246" h="1006" extrusionOk="0">
                    <a:moveTo>
                      <a:pt x="43362" y="1"/>
                    </a:moveTo>
                    <a:cubicBezTo>
                      <a:pt x="37779" y="1"/>
                      <a:pt x="32196" y="65"/>
                      <a:pt x="26623" y="80"/>
                    </a:cubicBezTo>
                    <a:cubicBezTo>
                      <a:pt x="17824" y="92"/>
                      <a:pt x="9037" y="152"/>
                      <a:pt x="251" y="307"/>
                    </a:cubicBezTo>
                    <a:cubicBezTo>
                      <a:pt x="1" y="318"/>
                      <a:pt x="1" y="699"/>
                      <a:pt x="251" y="699"/>
                    </a:cubicBezTo>
                    <a:cubicBezTo>
                      <a:pt x="8942" y="854"/>
                      <a:pt x="17634" y="914"/>
                      <a:pt x="26325" y="938"/>
                    </a:cubicBezTo>
                    <a:cubicBezTo>
                      <a:pt x="31923" y="945"/>
                      <a:pt x="37525" y="1006"/>
                      <a:pt x="43126" y="1006"/>
                    </a:cubicBezTo>
                    <a:cubicBezTo>
                      <a:pt x="46317" y="1006"/>
                      <a:pt x="49508" y="986"/>
                      <a:pt x="52698" y="926"/>
                    </a:cubicBezTo>
                    <a:cubicBezTo>
                      <a:pt x="53245" y="914"/>
                      <a:pt x="53245" y="92"/>
                      <a:pt x="52698" y="80"/>
                    </a:cubicBezTo>
                    <a:cubicBezTo>
                      <a:pt x="49587" y="21"/>
                      <a:pt x="46474" y="1"/>
                      <a:pt x="433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Google Shape;2616;p40">
                <a:extLst>
                  <a:ext uri="{FF2B5EF4-FFF2-40B4-BE49-F238E27FC236}">
                    <a16:creationId xmlns:a16="http://schemas.microsoft.com/office/drawing/2014/main" id="{3BAE1CCE-DB0C-F4AE-E478-D59A01F3C5B8}"/>
                  </a:ext>
                </a:extLst>
              </p:cNvPr>
              <p:cNvSpPr/>
              <p:nvPr/>
            </p:nvSpPr>
            <p:spPr>
              <a:xfrm>
                <a:off x="5194850" y="1280425"/>
                <a:ext cx="19075" cy="2749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10999" extrusionOk="0">
                    <a:moveTo>
                      <a:pt x="380" y="0"/>
                    </a:moveTo>
                    <a:cubicBezTo>
                      <a:pt x="212" y="0"/>
                      <a:pt x="42" y="110"/>
                      <a:pt x="36" y="331"/>
                    </a:cubicBezTo>
                    <a:cubicBezTo>
                      <a:pt x="1" y="3819"/>
                      <a:pt x="108" y="7320"/>
                      <a:pt x="191" y="10820"/>
                    </a:cubicBezTo>
                    <a:cubicBezTo>
                      <a:pt x="191" y="10939"/>
                      <a:pt x="283" y="10999"/>
                      <a:pt x="376" y="10999"/>
                    </a:cubicBezTo>
                    <a:cubicBezTo>
                      <a:pt x="468" y="10999"/>
                      <a:pt x="560" y="10939"/>
                      <a:pt x="560" y="10820"/>
                    </a:cubicBezTo>
                    <a:cubicBezTo>
                      <a:pt x="644" y="7320"/>
                      <a:pt x="763" y="3819"/>
                      <a:pt x="715" y="331"/>
                    </a:cubicBezTo>
                    <a:cubicBezTo>
                      <a:pt x="715" y="110"/>
                      <a:pt x="548" y="0"/>
                      <a:pt x="3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Google Shape;2617;p40">
                <a:extLst>
                  <a:ext uri="{FF2B5EF4-FFF2-40B4-BE49-F238E27FC236}">
                    <a16:creationId xmlns:a16="http://schemas.microsoft.com/office/drawing/2014/main" id="{06798D26-BE87-7C02-8A82-3F1311852D3F}"/>
                  </a:ext>
                </a:extLst>
              </p:cNvPr>
              <p:cNvSpPr/>
              <p:nvPr/>
            </p:nvSpPr>
            <p:spPr>
              <a:xfrm>
                <a:off x="3892000" y="1255525"/>
                <a:ext cx="1319250" cy="26850"/>
              </a:xfrm>
              <a:custGeom>
                <a:avLst/>
                <a:gdLst/>
                <a:ahLst/>
                <a:cxnLst/>
                <a:rect l="l" t="t" r="r" b="b"/>
                <a:pathLst>
                  <a:path w="52770" h="1074" extrusionOk="0">
                    <a:moveTo>
                      <a:pt x="49607" y="1"/>
                    </a:moveTo>
                    <a:cubicBezTo>
                      <a:pt x="48399" y="1"/>
                      <a:pt x="47185" y="53"/>
                      <a:pt x="45995" y="53"/>
                    </a:cubicBezTo>
                    <a:lnTo>
                      <a:pt x="39470" y="53"/>
                    </a:lnTo>
                    <a:cubicBezTo>
                      <a:pt x="35124" y="65"/>
                      <a:pt x="30767" y="76"/>
                      <a:pt x="26421" y="88"/>
                    </a:cubicBezTo>
                    <a:cubicBezTo>
                      <a:pt x="17717" y="100"/>
                      <a:pt x="9014" y="231"/>
                      <a:pt x="311" y="291"/>
                    </a:cubicBezTo>
                    <a:cubicBezTo>
                      <a:pt x="1" y="303"/>
                      <a:pt x="1" y="767"/>
                      <a:pt x="311" y="779"/>
                    </a:cubicBezTo>
                    <a:cubicBezTo>
                      <a:pt x="8919" y="838"/>
                      <a:pt x="17515" y="969"/>
                      <a:pt x="26123" y="993"/>
                    </a:cubicBezTo>
                    <a:cubicBezTo>
                      <a:pt x="30469" y="993"/>
                      <a:pt x="34827" y="1005"/>
                      <a:pt x="39173" y="1017"/>
                    </a:cubicBezTo>
                    <a:lnTo>
                      <a:pt x="45697" y="1017"/>
                    </a:lnTo>
                    <a:cubicBezTo>
                      <a:pt x="46954" y="1017"/>
                      <a:pt x="48240" y="1074"/>
                      <a:pt x="49518" y="1074"/>
                    </a:cubicBezTo>
                    <a:cubicBezTo>
                      <a:pt x="50431" y="1074"/>
                      <a:pt x="51341" y="1045"/>
                      <a:pt x="52234" y="946"/>
                    </a:cubicBezTo>
                    <a:cubicBezTo>
                      <a:pt x="52769" y="898"/>
                      <a:pt x="52769" y="172"/>
                      <a:pt x="52234" y="124"/>
                    </a:cubicBezTo>
                    <a:cubicBezTo>
                      <a:pt x="51369" y="29"/>
                      <a:pt x="50490" y="1"/>
                      <a:pt x="4960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2" name="Google Shape;2624;p40">
              <a:extLst>
                <a:ext uri="{FF2B5EF4-FFF2-40B4-BE49-F238E27FC236}">
                  <a16:creationId xmlns:a16="http://schemas.microsoft.com/office/drawing/2014/main" id="{593E985B-53D4-619E-79AC-384CE40F0663}"/>
                </a:ext>
              </a:extLst>
            </p:cNvPr>
            <p:cNvSpPr txBox="1"/>
            <p:nvPr/>
          </p:nvSpPr>
          <p:spPr>
            <a:xfrm>
              <a:off x="1079085" y="2057884"/>
              <a:ext cx="2045670" cy="608204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  <a:sym typeface="Fira Sans Extra Condensed Medium"/>
                </a:rPr>
                <a:t>HTML</a:t>
              </a:r>
              <a:endParaRPr sz="1600" b="1" dirty="0">
                <a:solidFill>
                  <a:schemeClr val="bg1"/>
                </a:solidFill>
                <a:latin typeface="Syne" pitchFamily="2" charset="0"/>
                <a:ea typeface="Urbanist" panose="020B0A04040200000203" pitchFamily="34" charset="0"/>
                <a:cs typeface="Urbanist" panose="020B0A04040200000203" pitchFamily="34" charset="0"/>
              </a:endParaRP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5ACE641-B07B-E0A3-2AE8-13BF68FCAA87}"/>
              </a:ext>
            </a:extLst>
          </p:cNvPr>
          <p:cNvGrpSpPr/>
          <p:nvPr/>
        </p:nvGrpSpPr>
        <p:grpSpPr>
          <a:xfrm>
            <a:off x="7491054" y="4332647"/>
            <a:ext cx="1360965" cy="448939"/>
            <a:chOff x="931500" y="1993182"/>
            <a:chExt cx="2373491" cy="735967"/>
          </a:xfrm>
          <a:solidFill>
            <a:srgbClr val="F8DA30"/>
          </a:solidFill>
        </p:grpSpPr>
        <p:grpSp>
          <p:nvGrpSpPr>
            <p:cNvPr id="98" name="Google Shape;2613;p40">
              <a:extLst>
                <a:ext uri="{FF2B5EF4-FFF2-40B4-BE49-F238E27FC236}">
                  <a16:creationId xmlns:a16="http://schemas.microsoft.com/office/drawing/2014/main" id="{FF7FA894-1B0C-A486-CE1B-7E95B2CBF808}"/>
                </a:ext>
              </a:extLst>
            </p:cNvPr>
            <p:cNvGrpSpPr/>
            <p:nvPr/>
          </p:nvGrpSpPr>
          <p:grpSpPr>
            <a:xfrm>
              <a:off x="931500" y="1993182"/>
              <a:ext cx="2373491" cy="735967"/>
              <a:chOff x="3890825" y="1255525"/>
              <a:chExt cx="1333825" cy="314375"/>
            </a:xfrm>
            <a:grpFill/>
          </p:grpSpPr>
          <p:sp>
            <p:nvSpPr>
              <p:cNvPr id="100" name="Google Shape;2614;p40">
                <a:extLst>
                  <a:ext uri="{FF2B5EF4-FFF2-40B4-BE49-F238E27FC236}">
                    <a16:creationId xmlns:a16="http://schemas.microsoft.com/office/drawing/2014/main" id="{04CEBA31-CCCF-6AFE-A927-9EBFDAE6B469}"/>
                  </a:ext>
                </a:extLst>
              </p:cNvPr>
              <p:cNvSpPr/>
              <p:nvPr/>
            </p:nvSpPr>
            <p:spPr>
              <a:xfrm>
                <a:off x="3890825" y="1296425"/>
                <a:ext cx="17875" cy="268200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0728" extrusionOk="0">
                    <a:moveTo>
                      <a:pt x="358" y="0"/>
                    </a:moveTo>
                    <a:cubicBezTo>
                      <a:pt x="250" y="0"/>
                      <a:pt x="143" y="72"/>
                      <a:pt x="143" y="215"/>
                    </a:cubicBezTo>
                    <a:cubicBezTo>
                      <a:pt x="119" y="3620"/>
                      <a:pt x="0" y="7037"/>
                      <a:pt x="60" y="10442"/>
                    </a:cubicBezTo>
                    <a:cubicBezTo>
                      <a:pt x="66" y="10632"/>
                      <a:pt x="212" y="10728"/>
                      <a:pt x="358" y="10728"/>
                    </a:cubicBezTo>
                    <a:cubicBezTo>
                      <a:pt x="503" y="10728"/>
                      <a:pt x="649" y="10632"/>
                      <a:pt x="655" y="10442"/>
                    </a:cubicBezTo>
                    <a:cubicBezTo>
                      <a:pt x="715" y="7037"/>
                      <a:pt x="584" y="3620"/>
                      <a:pt x="572" y="215"/>
                    </a:cubicBezTo>
                    <a:cubicBezTo>
                      <a:pt x="572" y="72"/>
                      <a:pt x="465" y="0"/>
                      <a:pt x="3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Google Shape;2615;p40">
                <a:extLst>
                  <a:ext uri="{FF2B5EF4-FFF2-40B4-BE49-F238E27FC236}">
                    <a16:creationId xmlns:a16="http://schemas.microsoft.com/office/drawing/2014/main" id="{9EB5E06D-66D5-33CD-5DDE-C8D5F9B21D4C}"/>
                  </a:ext>
                </a:extLst>
              </p:cNvPr>
              <p:cNvSpPr/>
              <p:nvPr/>
            </p:nvSpPr>
            <p:spPr>
              <a:xfrm>
                <a:off x="3893500" y="1544750"/>
                <a:ext cx="133115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53246" h="1006" extrusionOk="0">
                    <a:moveTo>
                      <a:pt x="43362" y="1"/>
                    </a:moveTo>
                    <a:cubicBezTo>
                      <a:pt x="37779" y="1"/>
                      <a:pt x="32196" y="65"/>
                      <a:pt x="26623" y="80"/>
                    </a:cubicBezTo>
                    <a:cubicBezTo>
                      <a:pt x="17824" y="92"/>
                      <a:pt x="9037" y="152"/>
                      <a:pt x="251" y="307"/>
                    </a:cubicBezTo>
                    <a:cubicBezTo>
                      <a:pt x="1" y="318"/>
                      <a:pt x="1" y="699"/>
                      <a:pt x="251" y="699"/>
                    </a:cubicBezTo>
                    <a:cubicBezTo>
                      <a:pt x="8942" y="854"/>
                      <a:pt x="17634" y="914"/>
                      <a:pt x="26325" y="938"/>
                    </a:cubicBezTo>
                    <a:cubicBezTo>
                      <a:pt x="31923" y="945"/>
                      <a:pt x="37525" y="1006"/>
                      <a:pt x="43126" y="1006"/>
                    </a:cubicBezTo>
                    <a:cubicBezTo>
                      <a:pt x="46317" y="1006"/>
                      <a:pt x="49508" y="986"/>
                      <a:pt x="52698" y="926"/>
                    </a:cubicBezTo>
                    <a:cubicBezTo>
                      <a:pt x="53245" y="914"/>
                      <a:pt x="53245" y="92"/>
                      <a:pt x="52698" y="80"/>
                    </a:cubicBezTo>
                    <a:cubicBezTo>
                      <a:pt x="49587" y="21"/>
                      <a:pt x="46474" y="1"/>
                      <a:pt x="433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02" name="Google Shape;2616;p40">
                <a:extLst>
                  <a:ext uri="{FF2B5EF4-FFF2-40B4-BE49-F238E27FC236}">
                    <a16:creationId xmlns:a16="http://schemas.microsoft.com/office/drawing/2014/main" id="{9954CC1C-3DEA-0714-4E3B-EA6F7C1A5641}"/>
                  </a:ext>
                </a:extLst>
              </p:cNvPr>
              <p:cNvSpPr/>
              <p:nvPr/>
            </p:nvSpPr>
            <p:spPr>
              <a:xfrm>
                <a:off x="5194850" y="1280425"/>
                <a:ext cx="19075" cy="2749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10999" extrusionOk="0">
                    <a:moveTo>
                      <a:pt x="380" y="0"/>
                    </a:moveTo>
                    <a:cubicBezTo>
                      <a:pt x="212" y="0"/>
                      <a:pt x="42" y="110"/>
                      <a:pt x="36" y="331"/>
                    </a:cubicBezTo>
                    <a:cubicBezTo>
                      <a:pt x="1" y="3819"/>
                      <a:pt x="108" y="7320"/>
                      <a:pt x="191" y="10820"/>
                    </a:cubicBezTo>
                    <a:cubicBezTo>
                      <a:pt x="191" y="10939"/>
                      <a:pt x="283" y="10999"/>
                      <a:pt x="376" y="10999"/>
                    </a:cubicBezTo>
                    <a:cubicBezTo>
                      <a:pt x="468" y="10999"/>
                      <a:pt x="560" y="10939"/>
                      <a:pt x="560" y="10820"/>
                    </a:cubicBezTo>
                    <a:cubicBezTo>
                      <a:pt x="644" y="7320"/>
                      <a:pt x="763" y="3819"/>
                      <a:pt x="715" y="331"/>
                    </a:cubicBezTo>
                    <a:cubicBezTo>
                      <a:pt x="715" y="110"/>
                      <a:pt x="548" y="0"/>
                      <a:pt x="3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03" name="Google Shape;2617;p40">
                <a:extLst>
                  <a:ext uri="{FF2B5EF4-FFF2-40B4-BE49-F238E27FC236}">
                    <a16:creationId xmlns:a16="http://schemas.microsoft.com/office/drawing/2014/main" id="{63D9B463-8842-8B15-29CE-DFE932228447}"/>
                  </a:ext>
                </a:extLst>
              </p:cNvPr>
              <p:cNvSpPr/>
              <p:nvPr/>
            </p:nvSpPr>
            <p:spPr>
              <a:xfrm>
                <a:off x="3892000" y="1255525"/>
                <a:ext cx="1319250" cy="26850"/>
              </a:xfrm>
              <a:custGeom>
                <a:avLst/>
                <a:gdLst/>
                <a:ahLst/>
                <a:cxnLst/>
                <a:rect l="l" t="t" r="r" b="b"/>
                <a:pathLst>
                  <a:path w="52770" h="1074" extrusionOk="0">
                    <a:moveTo>
                      <a:pt x="49607" y="1"/>
                    </a:moveTo>
                    <a:cubicBezTo>
                      <a:pt x="48399" y="1"/>
                      <a:pt x="47185" y="53"/>
                      <a:pt x="45995" y="53"/>
                    </a:cubicBezTo>
                    <a:lnTo>
                      <a:pt x="39470" y="53"/>
                    </a:lnTo>
                    <a:cubicBezTo>
                      <a:pt x="35124" y="65"/>
                      <a:pt x="30767" y="76"/>
                      <a:pt x="26421" y="88"/>
                    </a:cubicBezTo>
                    <a:cubicBezTo>
                      <a:pt x="17717" y="100"/>
                      <a:pt x="9014" y="231"/>
                      <a:pt x="311" y="291"/>
                    </a:cubicBezTo>
                    <a:cubicBezTo>
                      <a:pt x="1" y="303"/>
                      <a:pt x="1" y="767"/>
                      <a:pt x="311" y="779"/>
                    </a:cubicBezTo>
                    <a:cubicBezTo>
                      <a:pt x="8919" y="838"/>
                      <a:pt x="17515" y="969"/>
                      <a:pt x="26123" y="993"/>
                    </a:cubicBezTo>
                    <a:cubicBezTo>
                      <a:pt x="30469" y="993"/>
                      <a:pt x="34827" y="1005"/>
                      <a:pt x="39173" y="1017"/>
                    </a:cubicBezTo>
                    <a:lnTo>
                      <a:pt x="45697" y="1017"/>
                    </a:lnTo>
                    <a:cubicBezTo>
                      <a:pt x="46954" y="1017"/>
                      <a:pt x="48240" y="1074"/>
                      <a:pt x="49518" y="1074"/>
                    </a:cubicBezTo>
                    <a:cubicBezTo>
                      <a:pt x="50431" y="1074"/>
                      <a:pt x="51341" y="1045"/>
                      <a:pt x="52234" y="946"/>
                    </a:cubicBezTo>
                    <a:cubicBezTo>
                      <a:pt x="52769" y="898"/>
                      <a:pt x="52769" y="172"/>
                      <a:pt x="52234" y="124"/>
                    </a:cubicBezTo>
                    <a:cubicBezTo>
                      <a:pt x="51369" y="29"/>
                      <a:pt x="50490" y="1"/>
                      <a:pt x="4960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9" name="Google Shape;2624;p40">
              <a:extLst>
                <a:ext uri="{FF2B5EF4-FFF2-40B4-BE49-F238E27FC236}">
                  <a16:creationId xmlns:a16="http://schemas.microsoft.com/office/drawing/2014/main" id="{C77F608E-1D8D-B4A6-9FC5-CBAE93E9C3E9}"/>
                </a:ext>
              </a:extLst>
            </p:cNvPr>
            <p:cNvSpPr txBox="1"/>
            <p:nvPr/>
          </p:nvSpPr>
          <p:spPr>
            <a:xfrm>
              <a:off x="1079085" y="2057884"/>
              <a:ext cx="2045670" cy="608204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  <a:sym typeface="Fira Sans Extra Condensed Medium"/>
                </a:rPr>
                <a:t>CSS</a:t>
              </a:r>
              <a:endParaRPr sz="1600" b="1" dirty="0">
                <a:solidFill>
                  <a:schemeClr val="bg1"/>
                </a:solidFill>
                <a:latin typeface="Syne" pitchFamily="2" charset="0"/>
                <a:ea typeface="Urbanist" panose="020B0A04040200000203" pitchFamily="34" charset="0"/>
                <a:cs typeface="Urbanist" panose="020B0A04040200000203" pitchFamily="34" charset="0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2B9ACB1-6691-9C49-D1D6-76E136448C73}"/>
              </a:ext>
            </a:extLst>
          </p:cNvPr>
          <p:cNvGrpSpPr/>
          <p:nvPr/>
        </p:nvGrpSpPr>
        <p:grpSpPr>
          <a:xfrm>
            <a:off x="7507602" y="4931797"/>
            <a:ext cx="2093502" cy="448939"/>
            <a:chOff x="931500" y="1993182"/>
            <a:chExt cx="2373491" cy="735967"/>
          </a:xfrm>
          <a:solidFill>
            <a:srgbClr val="F8DA30"/>
          </a:solidFill>
        </p:grpSpPr>
        <p:grpSp>
          <p:nvGrpSpPr>
            <p:cNvPr id="105" name="Google Shape;2613;p40">
              <a:extLst>
                <a:ext uri="{FF2B5EF4-FFF2-40B4-BE49-F238E27FC236}">
                  <a16:creationId xmlns:a16="http://schemas.microsoft.com/office/drawing/2014/main" id="{7856CC8D-542A-C373-434E-BDC2136C5218}"/>
                </a:ext>
              </a:extLst>
            </p:cNvPr>
            <p:cNvGrpSpPr/>
            <p:nvPr/>
          </p:nvGrpSpPr>
          <p:grpSpPr>
            <a:xfrm>
              <a:off x="931500" y="1993182"/>
              <a:ext cx="2373491" cy="735967"/>
              <a:chOff x="3890825" y="1255525"/>
              <a:chExt cx="1333825" cy="314375"/>
            </a:xfrm>
            <a:grpFill/>
          </p:grpSpPr>
          <p:sp>
            <p:nvSpPr>
              <p:cNvPr id="107" name="Google Shape;2614;p40">
                <a:extLst>
                  <a:ext uri="{FF2B5EF4-FFF2-40B4-BE49-F238E27FC236}">
                    <a16:creationId xmlns:a16="http://schemas.microsoft.com/office/drawing/2014/main" id="{0329FC2C-D0C7-D10D-957F-CB9784A848E7}"/>
                  </a:ext>
                </a:extLst>
              </p:cNvPr>
              <p:cNvSpPr/>
              <p:nvPr/>
            </p:nvSpPr>
            <p:spPr>
              <a:xfrm>
                <a:off x="3890825" y="1296425"/>
                <a:ext cx="17875" cy="268200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0728" extrusionOk="0">
                    <a:moveTo>
                      <a:pt x="358" y="0"/>
                    </a:moveTo>
                    <a:cubicBezTo>
                      <a:pt x="250" y="0"/>
                      <a:pt x="143" y="72"/>
                      <a:pt x="143" y="215"/>
                    </a:cubicBezTo>
                    <a:cubicBezTo>
                      <a:pt x="119" y="3620"/>
                      <a:pt x="0" y="7037"/>
                      <a:pt x="60" y="10442"/>
                    </a:cubicBezTo>
                    <a:cubicBezTo>
                      <a:pt x="66" y="10632"/>
                      <a:pt x="212" y="10728"/>
                      <a:pt x="358" y="10728"/>
                    </a:cubicBezTo>
                    <a:cubicBezTo>
                      <a:pt x="503" y="10728"/>
                      <a:pt x="649" y="10632"/>
                      <a:pt x="655" y="10442"/>
                    </a:cubicBezTo>
                    <a:cubicBezTo>
                      <a:pt x="715" y="7037"/>
                      <a:pt x="584" y="3620"/>
                      <a:pt x="572" y="215"/>
                    </a:cubicBezTo>
                    <a:cubicBezTo>
                      <a:pt x="572" y="72"/>
                      <a:pt x="465" y="0"/>
                      <a:pt x="3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08" name="Google Shape;2615;p40">
                <a:extLst>
                  <a:ext uri="{FF2B5EF4-FFF2-40B4-BE49-F238E27FC236}">
                    <a16:creationId xmlns:a16="http://schemas.microsoft.com/office/drawing/2014/main" id="{B2C1382E-5D14-9CA2-C447-4AF63F4CB858}"/>
                  </a:ext>
                </a:extLst>
              </p:cNvPr>
              <p:cNvSpPr/>
              <p:nvPr/>
            </p:nvSpPr>
            <p:spPr>
              <a:xfrm>
                <a:off x="3893500" y="1544750"/>
                <a:ext cx="133115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53246" h="1006" extrusionOk="0">
                    <a:moveTo>
                      <a:pt x="43362" y="1"/>
                    </a:moveTo>
                    <a:cubicBezTo>
                      <a:pt x="37779" y="1"/>
                      <a:pt x="32196" y="65"/>
                      <a:pt x="26623" y="80"/>
                    </a:cubicBezTo>
                    <a:cubicBezTo>
                      <a:pt x="17824" y="92"/>
                      <a:pt x="9037" y="152"/>
                      <a:pt x="251" y="307"/>
                    </a:cubicBezTo>
                    <a:cubicBezTo>
                      <a:pt x="1" y="318"/>
                      <a:pt x="1" y="699"/>
                      <a:pt x="251" y="699"/>
                    </a:cubicBezTo>
                    <a:cubicBezTo>
                      <a:pt x="8942" y="854"/>
                      <a:pt x="17634" y="914"/>
                      <a:pt x="26325" y="938"/>
                    </a:cubicBezTo>
                    <a:cubicBezTo>
                      <a:pt x="31923" y="945"/>
                      <a:pt x="37525" y="1006"/>
                      <a:pt x="43126" y="1006"/>
                    </a:cubicBezTo>
                    <a:cubicBezTo>
                      <a:pt x="46317" y="1006"/>
                      <a:pt x="49508" y="986"/>
                      <a:pt x="52698" y="926"/>
                    </a:cubicBezTo>
                    <a:cubicBezTo>
                      <a:pt x="53245" y="914"/>
                      <a:pt x="53245" y="92"/>
                      <a:pt x="52698" y="80"/>
                    </a:cubicBezTo>
                    <a:cubicBezTo>
                      <a:pt x="49587" y="21"/>
                      <a:pt x="46474" y="1"/>
                      <a:pt x="433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Google Shape;2616;p40">
                <a:extLst>
                  <a:ext uri="{FF2B5EF4-FFF2-40B4-BE49-F238E27FC236}">
                    <a16:creationId xmlns:a16="http://schemas.microsoft.com/office/drawing/2014/main" id="{63B6D919-588C-E536-21F2-12D5EC82128C}"/>
                  </a:ext>
                </a:extLst>
              </p:cNvPr>
              <p:cNvSpPr/>
              <p:nvPr/>
            </p:nvSpPr>
            <p:spPr>
              <a:xfrm>
                <a:off x="5194850" y="1280425"/>
                <a:ext cx="19075" cy="2749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10999" extrusionOk="0">
                    <a:moveTo>
                      <a:pt x="380" y="0"/>
                    </a:moveTo>
                    <a:cubicBezTo>
                      <a:pt x="212" y="0"/>
                      <a:pt x="42" y="110"/>
                      <a:pt x="36" y="331"/>
                    </a:cubicBezTo>
                    <a:cubicBezTo>
                      <a:pt x="1" y="3819"/>
                      <a:pt x="108" y="7320"/>
                      <a:pt x="191" y="10820"/>
                    </a:cubicBezTo>
                    <a:cubicBezTo>
                      <a:pt x="191" y="10939"/>
                      <a:pt x="283" y="10999"/>
                      <a:pt x="376" y="10999"/>
                    </a:cubicBezTo>
                    <a:cubicBezTo>
                      <a:pt x="468" y="10999"/>
                      <a:pt x="560" y="10939"/>
                      <a:pt x="560" y="10820"/>
                    </a:cubicBezTo>
                    <a:cubicBezTo>
                      <a:pt x="644" y="7320"/>
                      <a:pt x="763" y="3819"/>
                      <a:pt x="715" y="331"/>
                    </a:cubicBezTo>
                    <a:cubicBezTo>
                      <a:pt x="715" y="110"/>
                      <a:pt x="548" y="0"/>
                      <a:pt x="3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Google Shape;2617;p40">
                <a:extLst>
                  <a:ext uri="{FF2B5EF4-FFF2-40B4-BE49-F238E27FC236}">
                    <a16:creationId xmlns:a16="http://schemas.microsoft.com/office/drawing/2014/main" id="{8A8F2CD1-9857-7239-55E9-51024540567D}"/>
                  </a:ext>
                </a:extLst>
              </p:cNvPr>
              <p:cNvSpPr/>
              <p:nvPr/>
            </p:nvSpPr>
            <p:spPr>
              <a:xfrm>
                <a:off x="3892000" y="1255525"/>
                <a:ext cx="1319250" cy="26850"/>
              </a:xfrm>
              <a:custGeom>
                <a:avLst/>
                <a:gdLst/>
                <a:ahLst/>
                <a:cxnLst/>
                <a:rect l="l" t="t" r="r" b="b"/>
                <a:pathLst>
                  <a:path w="52770" h="1074" extrusionOk="0">
                    <a:moveTo>
                      <a:pt x="49607" y="1"/>
                    </a:moveTo>
                    <a:cubicBezTo>
                      <a:pt x="48399" y="1"/>
                      <a:pt x="47185" y="53"/>
                      <a:pt x="45995" y="53"/>
                    </a:cubicBezTo>
                    <a:lnTo>
                      <a:pt x="39470" y="53"/>
                    </a:lnTo>
                    <a:cubicBezTo>
                      <a:pt x="35124" y="65"/>
                      <a:pt x="30767" y="76"/>
                      <a:pt x="26421" y="88"/>
                    </a:cubicBezTo>
                    <a:cubicBezTo>
                      <a:pt x="17717" y="100"/>
                      <a:pt x="9014" y="231"/>
                      <a:pt x="311" y="291"/>
                    </a:cubicBezTo>
                    <a:cubicBezTo>
                      <a:pt x="1" y="303"/>
                      <a:pt x="1" y="767"/>
                      <a:pt x="311" y="779"/>
                    </a:cubicBezTo>
                    <a:cubicBezTo>
                      <a:pt x="8919" y="838"/>
                      <a:pt x="17515" y="969"/>
                      <a:pt x="26123" y="993"/>
                    </a:cubicBezTo>
                    <a:cubicBezTo>
                      <a:pt x="30469" y="993"/>
                      <a:pt x="34827" y="1005"/>
                      <a:pt x="39173" y="1017"/>
                    </a:cubicBezTo>
                    <a:lnTo>
                      <a:pt x="45697" y="1017"/>
                    </a:lnTo>
                    <a:cubicBezTo>
                      <a:pt x="46954" y="1017"/>
                      <a:pt x="48240" y="1074"/>
                      <a:pt x="49518" y="1074"/>
                    </a:cubicBezTo>
                    <a:cubicBezTo>
                      <a:pt x="50431" y="1074"/>
                      <a:pt x="51341" y="1045"/>
                      <a:pt x="52234" y="946"/>
                    </a:cubicBezTo>
                    <a:cubicBezTo>
                      <a:pt x="52769" y="898"/>
                      <a:pt x="52769" y="172"/>
                      <a:pt x="52234" y="124"/>
                    </a:cubicBezTo>
                    <a:cubicBezTo>
                      <a:pt x="51369" y="29"/>
                      <a:pt x="50490" y="1"/>
                      <a:pt x="4960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6" name="Google Shape;2624;p40">
              <a:extLst>
                <a:ext uri="{FF2B5EF4-FFF2-40B4-BE49-F238E27FC236}">
                  <a16:creationId xmlns:a16="http://schemas.microsoft.com/office/drawing/2014/main" id="{0889CF6E-2D91-4190-9C81-FD5DAB866159}"/>
                </a:ext>
              </a:extLst>
            </p:cNvPr>
            <p:cNvSpPr txBox="1"/>
            <p:nvPr/>
          </p:nvSpPr>
          <p:spPr>
            <a:xfrm>
              <a:off x="1079085" y="2057884"/>
              <a:ext cx="2045670" cy="608204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Syne" pitchFamily="2" charset="0"/>
                  <a:ea typeface="Urbanist" panose="020B0A04040200000203" pitchFamily="34" charset="0"/>
                  <a:cs typeface="Urbanist" panose="020B0A04040200000203" pitchFamily="34" charset="0"/>
                  <a:sym typeface="Fira Sans Extra Condensed Medium"/>
                </a:rPr>
                <a:t>JAVASCRIPT</a:t>
              </a:r>
              <a:endParaRPr sz="1600" b="1" dirty="0">
                <a:solidFill>
                  <a:schemeClr val="bg1"/>
                </a:solidFill>
                <a:latin typeface="Syne" pitchFamily="2" charset="0"/>
                <a:ea typeface="Urbanist" panose="020B0A04040200000203" pitchFamily="34" charset="0"/>
                <a:cs typeface="Urbanist" panose="020B0A04040200000203" pitchFamily="34" charset="0"/>
              </a:endParaRPr>
            </a:p>
          </p:txBody>
        </p:sp>
      </p:grpSp>
      <p:pic>
        <p:nvPicPr>
          <p:cNvPr id="4" name="Picture 3" descr="A computer server tower with many colored dots&#10;&#10;Description automatically generated">
            <a:extLst>
              <a:ext uri="{FF2B5EF4-FFF2-40B4-BE49-F238E27FC236}">
                <a16:creationId xmlns:a16="http://schemas.microsoft.com/office/drawing/2014/main" id="{AD1CA53E-6944-C719-9318-5B74F88E08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8371" y="553934"/>
            <a:ext cx="6630537" cy="3729677"/>
          </a:xfrm>
          <a:prstGeom prst="rect">
            <a:avLst/>
          </a:prstGeom>
        </p:spPr>
      </p:pic>
      <p:pic>
        <p:nvPicPr>
          <p:cNvPr id="5" name="Picture 4" descr="A computer with a black screen&#10;&#10;Description automatically generated">
            <a:extLst>
              <a:ext uri="{FF2B5EF4-FFF2-40B4-BE49-F238E27FC236}">
                <a16:creationId xmlns:a16="http://schemas.microsoft.com/office/drawing/2014/main" id="{F43BA7E1-F4E8-9C5D-5634-CD5DC8DC69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0521" y="2846799"/>
            <a:ext cx="6197160" cy="348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9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40" grpId="0" animBg="1"/>
      <p:bldP spid="4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8">
            <a:extLst>
              <a:ext uri="{FF2B5EF4-FFF2-40B4-BE49-F238E27FC236}">
                <a16:creationId xmlns:a16="http://schemas.microsoft.com/office/drawing/2014/main" id="{9A647E43-7470-9B65-2BCB-84383D2C5B92}"/>
              </a:ext>
            </a:extLst>
          </p:cNvPr>
          <p:cNvGrpSpPr/>
          <p:nvPr/>
        </p:nvGrpSpPr>
        <p:grpSpPr>
          <a:xfrm>
            <a:off x="8207574" y="2683992"/>
            <a:ext cx="2631231" cy="2754683"/>
            <a:chOff x="0" y="0"/>
            <a:chExt cx="1208544" cy="1115062"/>
          </a:xfrm>
          <a:solidFill>
            <a:srgbClr val="16242F"/>
          </a:solidFill>
        </p:grpSpPr>
        <p:sp>
          <p:nvSpPr>
            <p:cNvPr id="70" name="Freeform 9">
              <a:extLst>
                <a:ext uri="{FF2B5EF4-FFF2-40B4-BE49-F238E27FC236}">
                  <a16:creationId xmlns:a16="http://schemas.microsoft.com/office/drawing/2014/main" id="{B5AC1BC1-12B9-AA65-E8E6-7BB521D67334}"/>
                </a:ext>
              </a:extLst>
            </p:cNvPr>
            <p:cNvSpPr/>
            <p:nvPr/>
          </p:nvSpPr>
          <p:spPr>
            <a:xfrm>
              <a:off x="0" y="0"/>
              <a:ext cx="1208544" cy="1115062"/>
            </a:xfrm>
            <a:custGeom>
              <a:avLst/>
              <a:gdLst/>
              <a:ahLst/>
              <a:cxnLst/>
              <a:rect l="l" t="t" r="r" b="b"/>
              <a:pathLst>
                <a:path w="1208544" h="1115062">
                  <a:moveTo>
                    <a:pt x="1084084" y="1115062"/>
                  </a:moveTo>
                  <a:lnTo>
                    <a:pt x="124460" y="1115062"/>
                  </a:lnTo>
                  <a:cubicBezTo>
                    <a:pt x="55880" y="1115062"/>
                    <a:pt x="0" y="1059182"/>
                    <a:pt x="0" y="99060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084084" y="0"/>
                  </a:lnTo>
                  <a:cubicBezTo>
                    <a:pt x="1152664" y="0"/>
                    <a:pt x="1208544" y="55880"/>
                    <a:pt x="1208544" y="124460"/>
                  </a:cubicBezTo>
                  <a:lnTo>
                    <a:pt x="1208544" y="990602"/>
                  </a:lnTo>
                  <a:cubicBezTo>
                    <a:pt x="1208544" y="1059182"/>
                    <a:pt x="1152664" y="1115062"/>
                    <a:pt x="1084084" y="1115062"/>
                  </a:cubicBezTo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oup 8">
            <a:extLst>
              <a:ext uri="{FF2B5EF4-FFF2-40B4-BE49-F238E27FC236}">
                <a16:creationId xmlns:a16="http://schemas.microsoft.com/office/drawing/2014/main" id="{EC963300-D9C8-CA5E-52C7-73D87EB25037}"/>
              </a:ext>
            </a:extLst>
          </p:cNvPr>
          <p:cNvGrpSpPr/>
          <p:nvPr/>
        </p:nvGrpSpPr>
        <p:grpSpPr>
          <a:xfrm>
            <a:off x="4773823" y="2213025"/>
            <a:ext cx="2631231" cy="2754683"/>
            <a:chOff x="0" y="0"/>
            <a:chExt cx="1208544" cy="1115062"/>
          </a:xfrm>
          <a:solidFill>
            <a:srgbClr val="16242F"/>
          </a:solidFill>
        </p:grpSpPr>
        <p:sp>
          <p:nvSpPr>
            <p:cNvPr id="68" name="Freeform 9">
              <a:extLst>
                <a:ext uri="{FF2B5EF4-FFF2-40B4-BE49-F238E27FC236}">
                  <a16:creationId xmlns:a16="http://schemas.microsoft.com/office/drawing/2014/main" id="{8151F0DD-2714-FD6D-9430-755B1F58AE9C}"/>
                </a:ext>
              </a:extLst>
            </p:cNvPr>
            <p:cNvSpPr/>
            <p:nvPr/>
          </p:nvSpPr>
          <p:spPr>
            <a:xfrm>
              <a:off x="0" y="0"/>
              <a:ext cx="1208544" cy="1115062"/>
            </a:xfrm>
            <a:custGeom>
              <a:avLst/>
              <a:gdLst/>
              <a:ahLst/>
              <a:cxnLst/>
              <a:rect l="l" t="t" r="r" b="b"/>
              <a:pathLst>
                <a:path w="1208544" h="1115062">
                  <a:moveTo>
                    <a:pt x="1084084" y="1115062"/>
                  </a:moveTo>
                  <a:lnTo>
                    <a:pt x="124460" y="1115062"/>
                  </a:lnTo>
                  <a:cubicBezTo>
                    <a:pt x="55880" y="1115062"/>
                    <a:pt x="0" y="1059182"/>
                    <a:pt x="0" y="99060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084084" y="0"/>
                  </a:lnTo>
                  <a:cubicBezTo>
                    <a:pt x="1152664" y="0"/>
                    <a:pt x="1208544" y="55880"/>
                    <a:pt x="1208544" y="124460"/>
                  </a:cubicBezTo>
                  <a:lnTo>
                    <a:pt x="1208544" y="990602"/>
                  </a:lnTo>
                  <a:cubicBezTo>
                    <a:pt x="1208544" y="1059182"/>
                    <a:pt x="1152664" y="1115062"/>
                    <a:pt x="1084084" y="1115062"/>
                  </a:cubicBezTo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Google Shape;411;p25">
            <a:extLst>
              <a:ext uri="{FF2B5EF4-FFF2-40B4-BE49-F238E27FC236}">
                <a16:creationId xmlns:a16="http://schemas.microsoft.com/office/drawing/2014/main" id="{99B480B6-C610-AD85-FAD4-2DA9FF351A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2617" y="992469"/>
            <a:ext cx="7145135" cy="94669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solidFill>
                  <a:schemeClr val="bg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BUILDING BLOCKS OF</a:t>
            </a:r>
            <a:br>
              <a:rPr lang="en-US" sz="3500" dirty="0"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</a:br>
            <a:r>
              <a:rPr lang="en-US" sz="3500" dirty="0">
                <a:solidFill>
                  <a:srgbClr val="FFC00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WEBSITE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E03FE4-67BE-090A-FC9E-C28CDA3A77A4}"/>
              </a:ext>
            </a:extLst>
          </p:cNvPr>
          <p:cNvGrpSpPr/>
          <p:nvPr/>
        </p:nvGrpSpPr>
        <p:grpSpPr>
          <a:xfrm>
            <a:off x="1156981" y="2821124"/>
            <a:ext cx="2882499" cy="2617551"/>
            <a:chOff x="1156981" y="2821124"/>
            <a:chExt cx="2882499" cy="2617551"/>
          </a:xfrm>
        </p:grpSpPr>
        <p:grpSp>
          <p:nvGrpSpPr>
            <p:cNvPr id="22" name="Group 8">
              <a:extLst>
                <a:ext uri="{FF2B5EF4-FFF2-40B4-BE49-F238E27FC236}">
                  <a16:creationId xmlns:a16="http://schemas.microsoft.com/office/drawing/2014/main" id="{D4D53CBE-8805-5198-97B9-D2FCB89A51B3}"/>
                </a:ext>
              </a:extLst>
            </p:cNvPr>
            <p:cNvGrpSpPr/>
            <p:nvPr/>
          </p:nvGrpSpPr>
          <p:grpSpPr>
            <a:xfrm>
              <a:off x="1282617" y="2821124"/>
              <a:ext cx="2631231" cy="2617551"/>
              <a:chOff x="0" y="0"/>
              <a:chExt cx="1208544" cy="1115062"/>
            </a:xfrm>
            <a:solidFill>
              <a:srgbClr val="16242F"/>
            </a:solidFill>
          </p:grpSpPr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id="{4DD93E68-8BB0-C789-7996-B46D02B4EFDF}"/>
                  </a:ext>
                </a:extLst>
              </p:cNvPr>
              <p:cNvSpPr/>
              <p:nvPr/>
            </p:nvSpPr>
            <p:spPr>
              <a:xfrm>
                <a:off x="0" y="0"/>
                <a:ext cx="1208544" cy="1115062"/>
              </a:xfrm>
              <a:custGeom>
                <a:avLst/>
                <a:gdLst/>
                <a:ahLst/>
                <a:cxnLst/>
                <a:rect l="l" t="t" r="r" b="b"/>
                <a:pathLst>
                  <a:path w="1208544" h="1115062">
                    <a:moveTo>
                      <a:pt x="1084084" y="1115062"/>
                    </a:moveTo>
                    <a:lnTo>
                      <a:pt x="124460" y="1115062"/>
                    </a:lnTo>
                    <a:cubicBezTo>
                      <a:pt x="55880" y="1115062"/>
                      <a:pt x="0" y="1059182"/>
                      <a:pt x="0" y="990602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084084" y="0"/>
                    </a:lnTo>
                    <a:cubicBezTo>
                      <a:pt x="1152664" y="0"/>
                      <a:pt x="1208544" y="55880"/>
                      <a:pt x="1208544" y="124460"/>
                    </a:cubicBezTo>
                    <a:lnTo>
                      <a:pt x="1208544" y="990602"/>
                    </a:lnTo>
                    <a:cubicBezTo>
                      <a:pt x="1208544" y="1059182"/>
                      <a:pt x="1152664" y="1115062"/>
                      <a:pt x="1084084" y="1115062"/>
                    </a:cubicBezTo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" name="TextBox 11">
              <a:extLst>
                <a:ext uri="{FF2B5EF4-FFF2-40B4-BE49-F238E27FC236}">
                  <a16:creationId xmlns:a16="http://schemas.microsoft.com/office/drawing/2014/main" id="{F7D6E519-5D31-3221-FF6E-290F266F2EE3}"/>
                </a:ext>
              </a:extLst>
            </p:cNvPr>
            <p:cNvSpPr txBox="1"/>
            <p:nvPr/>
          </p:nvSpPr>
          <p:spPr>
            <a:xfrm>
              <a:off x="1156981" y="3164129"/>
              <a:ext cx="2882499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5040"/>
                </a:lnSpc>
              </a:pPr>
              <a:r>
                <a:rPr lang="en-US" sz="3500" dirty="0">
                  <a:solidFill>
                    <a:srgbClr val="FFBD59"/>
                  </a:solidFill>
                  <a:latin typeface="Mont Heavy DEMO" panose="00000A00000000000000" pitchFamily="50" charset="0"/>
                </a:rPr>
                <a:t>HTML</a:t>
              </a:r>
            </a:p>
          </p:txBody>
        </p:sp>
        <p:sp>
          <p:nvSpPr>
            <p:cNvPr id="25" name="TextBox 12">
              <a:extLst>
                <a:ext uri="{FF2B5EF4-FFF2-40B4-BE49-F238E27FC236}">
                  <a16:creationId xmlns:a16="http://schemas.microsoft.com/office/drawing/2014/main" id="{0496B429-C3D9-43CD-EE14-DCA631A532E0}"/>
                </a:ext>
              </a:extLst>
            </p:cNvPr>
            <p:cNvSpPr txBox="1"/>
            <p:nvPr/>
          </p:nvSpPr>
          <p:spPr>
            <a:xfrm>
              <a:off x="1375300" y="3945070"/>
              <a:ext cx="2445860" cy="10926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940"/>
                </a:lnSpc>
              </a:pPr>
              <a:r>
                <a:rPr lang="en-US" sz="2000" b="0" i="0" dirty="0">
                  <a:solidFill>
                    <a:srgbClr val="D1D5DB"/>
                  </a:solidFill>
                  <a:effectLst/>
                  <a:latin typeface="Syne" pitchFamily="2" charset="0"/>
                </a:rPr>
                <a:t>Provides the structure and content of a webpage.</a:t>
              </a:r>
              <a:endParaRPr lang="en-US" sz="1600" dirty="0">
                <a:solidFill>
                  <a:srgbClr val="FFFFFF"/>
                </a:solidFill>
                <a:latin typeface="Syne" pitchFamily="2" charset="0"/>
                <a:ea typeface="Urbanist" panose="020B0A04040200000203" pitchFamily="34" charset="0"/>
                <a:cs typeface="Urbanist" panose="020B0A04040200000203" pitchFamily="34" charset="0"/>
              </a:endParaRPr>
            </a:p>
          </p:txBody>
        </p:sp>
      </p:grpSp>
      <p:sp>
        <p:nvSpPr>
          <p:cNvPr id="39" name="TextBox 11">
            <a:extLst>
              <a:ext uri="{FF2B5EF4-FFF2-40B4-BE49-F238E27FC236}">
                <a16:creationId xmlns:a16="http://schemas.microsoft.com/office/drawing/2014/main" id="{A00AC2D9-4C1A-025B-F628-51DC2949DF42}"/>
              </a:ext>
            </a:extLst>
          </p:cNvPr>
          <p:cNvSpPr txBox="1"/>
          <p:nvPr/>
        </p:nvSpPr>
        <p:spPr>
          <a:xfrm>
            <a:off x="4648188" y="2529319"/>
            <a:ext cx="288249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</a:pPr>
            <a:r>
              <a:rPr lang="en-US" sz="3500" dirty="0">
                <a:solidFill>
                  <a:srgbClr val="BA94E9"/>
                </a:solidFill>
                <a:latin typeface="Mont Heavy DEMO" panose="00000A00000000000000" pitchFamily="50" charset="0"/>
              </a:rPr>
              <a:t>CSS</a:t>
            </a:r>
          </a:p>
        </p:txBody>
      </p:sp>
      <p:sp>
        <p:nvSpPr>
          <p:cNvPr id="40" name="TextBox 12">
            <a:extLst>
              <a:ext uri="{FF2B5EF4-FFF2-40B4-BE49-F238E27FC236}">
                <a16:creationId xmlns:a16="http://schemas.microsoft.com/office/drawing/2014/main" id="{B517FBDA-8CEB-06B4-2730-80AD65B2E8D2}"/>
              </a:ext>
            </a:extLst>
          </p:cNvPr>
          <p:cNvSpPr txBox="1"/>
          <p:nvPr/>
        </p:nvSpPr>
        <p:spPr>
          <a:xfrm>
            <a:off x="4899955" y="3316125"/>
            <a:ext cx="2445860" cy="1089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000" b="0" i="0" dirty="0">
                <a:solidFill>
                  <a:srgbClr val="D1D5DB"/>
                </a:solidFill>
                <a:effectLst/>
                <a:latin typeface="Syne" pitchFamily="2" charset="0"/>
              </a:rPr>
              <a:t>Styles and designs the appearance of the webpage</a:t>
            </a:r>
            <a:endParaRPr lang="en-US" sz="1600" dirty="0">
              <a:solidFill>
                <a:srgbClr val="FFFFFF"/>
              </a:solidFill>
              <a:latin typeface="Syne" pitchFamily="2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  <p:sp>
        <p:nvSpPr>
          <p:cNvPr id="48" name="TextBox 11">
            <a:extLst>
              <a:ext uri="{FF2B5EF4-FFF2-40B4-BE49-F238E27FC236}">
                <a16:creationId xmlns:a16="http://schemas.microsoft.com/office/drawing/2014/main" id="{13D4F1FA-2E5C-E97D-06C2-65B5494C69B2}"/>
              </a:ext>
            </a:extLst>
          </p:cNvPr>
          <p:cNvSpPr txBox="1"/>
          <p:nvPr/>
        </p:nvSpPr>
        <p:spPr>
          <a:xfrm>
            <a:off x="8081938" y="2960335"/>
            <a:ext cx="288249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</a:pPr>
            <a:r>
              <a:rPr lang="en-US" sz="3500" dirty="0">
                <a:solidFill>
                  <a:srgbClr val="B9D4B4"/>
                </a:solidFill>
                <a:latin typeface="Mont Heavy DEMO" panose="00000A00000000000000" pitchFamily="50" charset="0"/>
              </a:rPr>
              <a:t>JS</a:t>
            </a:r>
          </a:p>
        </p:txBody>
      </p:sp>
      <p:sp>
        <p:nvSpPr>
          <p:cNvPr id="49" name="TextBox 12">
            <a:extLst>
              <a:ext uri="{FF2B5EF4-FFF2-40B4-BE49-F238E27FC236}">
                <a16:creationId xmlns:a16="http://schemas.microsoft.com/office/drawing/2014/main" id="{32122394-D16F-4532-8C7E-E030E1A9A680}"/>
              </a:ext>
            </a:extLst>
          </p:cNvPr>
          <p:cNvSpPr txBox="1"/>
          <p:nvPr/>
        </p:nvSpPr>
        <p:spPr>
          <a:xfrm>
            <a:off x="8300257" y="3743725"/>
            <a:ext cx="2445860" cy="146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000" b="0" i="0" dirty="0">
                <a:solidFill>
                  <a:srgbClr val="D1D5DB"/>
                </a:solidFill>
                <a:effectLst/>
                <a:latin typeface="Syne" pitchFamily="2" charset="0"/>
              </a:rPr>
              <a:t>Adds interactivity and dynamic behavior to the webpage.</a:t>
            </a:r>
            <a:endParaRPr lang="en-US" sz="1600" dirty="0">
              <a:solidFill>
                <a:srgbClr val="FFFFFF"/>
              </a:solidFill>
              <a:latin typeface="Syne" pitchFamily="2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  <p:pic>
        <p:nvPicPr>
          <p:cNvPr id="72" name="Graphic 71" descr="Line arrow: Clockwise curve with solid fill">
            <a:extLst>
              <a:ext uri="{FF2B5EF4-FFF2-40B4-BE49-F238E27FC236}">
                <a16:creationId xmlns:a16="http://schemas.microsoft.com/office/drawing/2014/main" id="{EEF01E1F-D3CC-AB84-5599-D763E144E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7572852">
            <a:off x="7580292" y="2023029"/>
            <a:ext cx="633366" cy="996111"/>
          </a:xfrm>
          <a:prstGeom prst="rect">
            <a:avLst/>
          </a:prstGeom>
        </p:spPr>
      </p:pic>
      <p:pic>
        <p:nvPicPr>
          <p:cNvPr id="73" name="Graphic 72" descr="Line arrow: Clockwise curve with solid fill">
            <a:extLst>
              <a:ext uri="{FF2B5EF4-FFF2-40B4-BE49-F238E27FC236}">
                <a16:creationId xmlns:a16="http://schemas.microsoft.com/office/drawing/2014/main" id="{F6CD02EC-5AF2-340C-DCE1-C0B8A833A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713447" flipV="1">
            <a:off x="4072829" y="4638839"/>
            <a:ext cx="645532" cy="1043025"/>
          </a:xfrm>
          <a:prstGeom prst="rect">
            <a:avLst/>
          </a:prstGeom>
        </p:spPr>
      </p:pic>
      <p:pic>
        <p:nvPicPr>
          <p:cNvPr id="7" name="Picture 6" descr="A computer screen with people working on it&#10;&#10;Description automatically generated">
            <a:extLst>
              <a:ext uri="{FF2B5EF4-FFF2-40B4-BE49-F238E27FC236}">
                <a16:creationId xmlns:a16="http://schemas.microsoft.com/office/drawing/2014/main" id="{E49D97DE-20FC-7834-8D40-C3F034EE0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333" y="-320573"/>
            <a:ext cx="5131359" cy="288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5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8" grpId="0"/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F195DA-A207-AC65-8878-6B4FEC185F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IN" sz="6500" spc="100" dirty="0"/>
              <a:t>REAL  </a:t>
            </a:r>
            <a:r>
              <a:rPr lang="en-IN" sz="6500" spc="100" dirty="0">
                <a:solidFill>
                  <a:srgbClr val="FFC000"/>
                </a:solidFill>
              </a:rPr>
              <a:t>LIFE</a:t>
            </a:r>
            <a:r>
              <a:rPr lang="en-IN" sz="6500" spc="100" dirty="0"/>
              <a:t> </a:t>
            </a:r>
          </a:p>
          <a:p>
            <a:r>
              <a:rPr lang="en-IN" sz="6500" spc="100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002316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>
          <a:extLst>
            <a:ext uri="{FF2B5EF4-FFF2-40B4-BE49-F238E27FC236}">
              <a16:creationId xmlns:a16="http://schemas.microsoft.com/office/drawing/2014/main" id="{26DE9420-1A94-DAE9-C451-48AD83AAC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8A7ABACE-105F-F6C2-E2ED-33FC929878A3}"/>
              </a:ext>
            </a:extLst>
          </p:cNvPr>
          <p:cNvSpPr txBox="1"/>
          <p:nvPr/>
        </p:nvSpPr>
        <p:spPr>
          <a:xfrm>
            <a:off x="4194547" y="768608"/>
            <a:ext cx="37619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dirty="0">
                <a:solidFill>
                  <a:srgbClr val="FFC000"/>
                </a:solidFill>
                <a:latin typeface="Mont Heavy DEMO" panose="00000A00000000000000" pitchFamily="50" charset="0"/>
              </a:rPr>
              <a:t>HTML</a:t>
            </a:r>
            <a:endParaRPr lang="en-US" dirty="0">
              <a:solidFill>
                <a:srgbClr val="FFC000"/>
              </a:solidFill>
              <a:latin typeface="Mont Heavy DEMO" panose="00000A00000000000000" pitchFamily="50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CA9D4F-AE67-A186-181E-C1694044A69B}"/>
              </a:ext>
            </a:extLst>
          </p:cNvPr>
          <p:cNvSpPr txBox="1"/>
          <p:nvPr/>
        </p:nvSpPr>
        <p:spPr>
          <a:xfrm>
            <a:off x="1887842" y="2748747"/>
            <a:ext cx="106812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4400" dirty="0">
                <a:solidFill>
                  <a:srgbClr val="FFC000"/>
                </a:solidFill>
                <a:latin typeface="Mont Heavy DEMO" panose="00000A00000000000000" pitchFamily="50" charset="0"/>
              </a:rPr>
              <a:t>H</a:t>
            </a:r>
            <a:r>
              <a:rPr lang="en" sz="4400" dirty="0">
                <a:solidFill>
                  <a:schemeClr val="bg1"/>
                </a:solidFill>
                <a:latin typeface="Mont Heavy DEMO" panose="00000A00000000000000" pitchFamily="50" charset="0"/>
              </a:rPr>
              <a:t>yper</a:t>
            </a:r>
            <a:r>
              <a:rPr lang="en" sz="4400" dirty="0">
                <a:solidFill>
                  <a:srgbClr val="FFC000"/>
                </a:solidFill>
                <a:latin typeface="Mont Heavy DEMO" panose="00000A00000000000000" pitchFamily="50" charset="0"/>
              </a:rPr>
              <a:t>T</a:t>
            </a:r>
            <a:r>
              <a:rPr lang="en" sz="4400" dirty="0">
                <a:solidFill>
                  <a:schemeClr val="bg1"/>
                </a:solidFill>
                <a:latin typeface="Mont Heavy DEMO" panose="00000A00000000000000" pitchFamily="50" charset="0"/>
              </a:rPr>
              <a:t>ext </a:t>
            </a:r>
            <a:r>
              <a:rPr lang="en" sz="4400" dirty="0">
                <a:solidFill>
                  <a:srgbClr val="FFC000"/>
                </a:solidFill>
                <a:latin typeface="Mont Heavy DEMO" panose="00000A00000000000000" pitchFamily="50" charset="0"/>
              </a:rPr>
              <a:t>M</a:t>
            </a:r>
            <a:r>
              <a:rPr lang="en" sz="4400" dirty="0">
                <a:solidFill>
                  <a:schemeClr val="bg1"/>
                </a:solidFill>
                <a:latin typeface="Mont Heavy DEMO" panose="00000A00000000000000" pitchFamily="50" charset="0"/>
              </a:rPr>
              <a:t>arkup</a:t>
            </a:r>
            <a:r>
              <a:rPr lang="en" sz="4400" dirty="0">
                <a:solidFill>
                  <a:srgbClr val="FFC000"/>
                </a:solidFill>
                <a:latin typeface="Mont Heavy DEMO" panose="00000A00000000000000" pitchFamily="50" charset="0"/>
              </a:rPr>
              <a:t>L</a:t>
            </a:r>
            <a:r>
              <a:rPr lang="en" sz="4400" dirty="0">
                <a:solidFill>
                  <a:schemeClr val="bg1"/>
                </a:solidFill>
                <a:latin typeface="Mont Heavy DEMO" panose="00000A00000000000000" pitchFamily="50" charset="0"/>
              </a:rPr>
              <a:t>angauge</a:t>
            </a:r>
            <a:endParaRPr lang="en-US" sz="4400" dirty="0">
              <a:solidFill>
                <a:schemeClr val="bg1"/>
              </a:solidFill>
              <a:latin typeface="Mont Heavy DEMO" panose="00000A00000000000000" pitchFamily="50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039C58D-AEA2-709E-0D25-81F52FD9A879}"/>
              </a:ext>
            </a:extLst>
          </p:cNvPr>
          <p:cNvGrpSpPr/>
          <p:nvPr/>
        </p:nvGrpSpPr>
        <p:grpSpPr>
          <a:xfrm>
            <a:off x="2815407" y="2064874"/>
            <a:ext cx="6347878" cy="531417"/>
            <a:chOff x="4747845" y="906922"/>
            <a:chExt cx="5794131" cy="531417"/>
          </a:xfrm>
        </p:grpSpPr>
        <p:grpSp>
          <p:nvGrpSpPr>
            <p:cNvPr id="41" name="Google Shape;2011;p36">
              <a:extLst>
                <a:ext uri="{FF2B5EF4-FFF2-40B4-BE49-F238E27FC236}">
                  <a16:creationId xmlns:a16="http://schemas.microsoft.com/office/drawing/2014/main" id="{05817781-9C00-6E56-5B6E-1152700A0621}"/>
                </a:ext>
              </a:extLst>
            </p:cNvPr>
            <p:cNvGrpSpPr/>
            <p:nvPr/>
          </p:nvGrpSpPr>
          <p:grpSpPr>
            <a:xfrm>
              <a:off x="4747845" y="906922"/>
              <a:ext cx="5794131" cy="526765"/>
              <a:chOff x="2475650" y="2200399"/>
              <a:chExt cx="4218293" cy="238474"/>
            </a:xfrm>
          </p:grpSpPr>
          <p:sp>
            <p:nvSpPr>
              <p:cNvPr id="44" name="Google Shape;2012;p36">
                <a:extLst>
                  <a:ext uri="{FF2B5EF4-FFF2-40B4-BE49-F238E27FC236}">
                    <a16:creationId xmlns:a16="http://schemas.microsoft.com/office/drawing/2014/main" id="{342352B5-77C2-896D-37AC-EAF402C4E11B}"/>
                  </a:ext>
                </a:extLst>
              </p:cNvPr>
              <p:cNvSpPr/>
              <p:nvPr/>
            </p:nvSpPr>
            <p:spPr>
              <a:xfrm>
                <a:off x="2475650" y="2344475"/>
                <a:ext cx="4218293" cy="91400"/>
              </a:xfrm>
              <a:custGeom>
                <a:avLst/>
                <a:gdLst/>
                <a:ahLst/>
                <a:cxnLst/>
                <a:rect l="l" t="t" r="r" b="b"/>
                <a:pathLst>
                  <a:path w="132121" h="3656" extrusionOk="0">
                    <a:moveTo>
                      <a:pt x="0" y="3656"/>
                    </a:moveTo>
                    <a:lnTo>
                      <a:pt x="0" y="0"/>
                    </a:lnTo>
                    <a:lnTo>
                      <a:pt x="132121" y="0"/>
                    </a:lnTo>
                    <a:lnTo>
                      <a:pt x="132121" y="3557"/>
                    </a:lnTo>
                  </a:path>
                </a:pathLst>
              </a:cu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 dirty="0">
                  <a:solidFill>
                    <a:srgbClr val="FFC000"/>
                  </a:solidFill>
                </a:endParaRPr>
              </a:p>
            </p:txBody>
          </p:sp>
          <p:cxnSp>
            <p:nvCxnSpPr>
              <p:cNvPr id="45" name="Google Shape;2013;p36">
                <a:extLst>
                  <a:ext uri="{FF2B5EF4-FFF2-40B4-BE49-F238E27FC236}">
                    <a16:creationId xmlns:a16="http://schemas.microsoft.com/office/drawing/2014/main" id="{2E841963-4293-BC63-BCF7-A2BC9966F6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0643" y="2200399"/>
                <a:ext cx="0" cy="238474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43" name="Google Shape;2013;p36">
              <a:extLst>
                <a:ext uri="{FF2B5EF4-FFF2-40B4-BE49-F238E27FC236}">
                  <a16:creationId xmlns:a16="http://schemas.microsoft.com/office/drawing/2014/main" id="{D820AC2B-7CE7-AB82-BB58-49B4BEE0E9C5}"/>
                </a:ext>
              </a:extLst>
            </p:cNvPr>
            <p:cNvCxnSpPr/>
            <p:nvPr/>
          </p:nvCxnSpPr>
          <p:spPr>
            <a:xfrm rot="10800000">
              <a:off x="6295770" y="1214454"/>
              <a:ext cx="0" cy="223885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4658BC4-D18D-CB1A-1149-C1C6D4A12B03}"/>
              </a:ext>
            </a:extLst>
          </p:cNvPr>
          <p:cNvSpPr/>
          <p:nvPr/>
        </p:nvSpPr>
        <p:spPr>
          <a:xfrm>
            <a:off x="-19050" y="3726321"/>
            <a:ext cx="12225462" cy="2159291"/>
          </a:xfrm>
          <a:prstGeom prst="roundRect">
            <a:avLst>
              <a:gd name="adj" fmla="val 530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0000" bIns="180000" rtlCol="0" anchor="ctr" anchorCtr="1">
            <a:spAutoFit/>
          </a:bodyPr>
          <a:lstStyle/>
          <a:p>
            <a:pPr algn="ctr">
              <a:lnSpc>
                <a:spcPct val="150000"/>
              </a:lnSpc>
              <a:spcAft>
                <a:spcPts val="2100"/>
              </a:spcAft>
            </a:pPr>
            <a:r>
              <a:rPr lang="en-US" sz="16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&lt;p&gt; Markup Lang</a:t>
            </a:r>
            <a:r>
              <a:rPr lang="en-US" sz="1600" spc="70" dirty="0">
                <a:solidFill>
                  <a:schemeClr val="tx1"/>
                </a:solidFill>
                <a:latin typeface="Syne" pitchFamily="2" charset="0"/>
                <a:ea typeface="Roboto Mono" panose="00000009000000000000" pitchFamily="49" charset="0"/>
              </a:rPr>
              <a:t>. it’s a way to give instructions to a computer about how content should be organized and displayed.</a:t>
            </a:r>
            <a:r>
              <a:rPr lang="en-US" sz="16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&lt;/p&gt;</a:t>
            </a:r>
          </a:p>
          <a:p>
            <a:pPr algn="ctr">
              <a:lnSpc>
                <a:spcPct val="150000"/>
              </a:lnSpc>
              <a:spcAft>
                <a:spcPts val="2100"/>
              </a:spcAft>
            </a:pPr>
            <a:r>
              <a:rPr lang="en-US" sz="18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&lt;p&gt; Hypertext</a:t>
            </a:r>
            <a:r>
              <a:rPr lang="en-US" sz="1800" spc="70" dirty="0">
                <a:solidFill>
                  <a:schemeClr val="tx1"/>
                </a:solidFill>
                <a:latin typeface="Syne" pitchFamily="2" charset="0"/>
                <a:ea typeface="Roboto Mono" panose="00000009000000000000" pitchFamily="49" charset="0"/>
              </a:rPr>
              <a:t> is text which contains links to other texts.</a:t>
            </a:r>
            <a:r>
              <a:rPr lang="en-US" sz="18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&lt;/p&gt;</a:t>
            </a:r>
          </a:p>
          <a:p>
            <a:pPr algn="ctr">
              <a:lnSpc>
                <a:spcPct val="150000"/>
              </a:lnSpc>
              <a:spcAft>
                <a:spcPts val="2100"/>
              </a:spcAft>
            </a:pPr>
            <a:r>
              <a:rPr lang="en-US" sz="18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&lt;p&gt; </a:t>
            </a:r>
            <a:r>
              <a:rPr lang="en-US" sz="1800" spc="70" dirty="0">
                <a:solidFill>
                  <a:schemeClr val="bg2"/>
                </a:solidFill>
                <a:latin typeface="Syne" pitchFamily="2" charset="0"/>
                <a:ea typeface="Roboto Mono" panose="00000009000000000000" pitchFamily="49" charset="0"/>
              </a:rPr>
              <a:t>This is a </a:t>
            </a:r>
            <a:r>
              <a:rPr lang="en-US" sz="1800" spc="70" dirty="0">
                <a:solidFill>
                  <a:srgbClr val="E39562"/>
                </a:solidFill>
                <a:latin typeface="Syne" pitchFamily="2" charset="0"/>
                <a:ea typeface="Roboto Mono" panose="00000009000000000000" pitchFamily="49" charset="0"/>
              </a:rPr>
              <a:t>&lt;strong&gt;</a:t>
            </a:r>
            <a:r>
              <a:rPr lang="en-US" sz="1800" spc="70" dirty="0">
                <a:solidFill>
                  <a:schemeClr val="bg2"/>
                </a:solidFill>
                <a:latin typeface="Syne" pitchFamily="2" charset="0"/>
                <a:ea typeface="Roboto Mono" panose="00000009000000000000" pitchFamily="49" charset="0"/>
              </a:rPr>
              <a:t>bold</a:t>
            </a:r>
            <a:r>
              <a:rPr lang="en-US" sz="1800" spc="70" dirty="0">
                <a:solidFill>
                  <a:srgbClr val="E39562"/>
                </a:solidFill>
                <a:latin typeface="Syne" pitchFamily="2" charset="0"/>
                <a:ea typeface="Roboto Mono" panose="00000009000000000000" pitchFamily="49" charset="0"/>
              </a:rPr>
              <a:t>&lt;/strong&gt; </a:t>
            </a:r>
            <a:r>
              <a:rPr lang="en-US" sz="1800" spc="70" dirty="0">
                <a:solidFill>
                  <a:schemeClr val="bg2"/>
                </a:solidFill>
                <a:latin typeface="Syne" pitchFamily="2" charset="0"/>
                <a:ea typeface="Roboto Mono" panose="00000009000000000000" pitchFamily="49" charset="0"/>
              </a:rPr>
              <a:t>text.</a:t>
            </a:r>
            <a:r>
              <a:rPr lang="en-US" sz="18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1730980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11;p25">
            <a:extLst>
              <a:ext uri="{FF2B5EF4-FFF2-40B4-BE49-F238E27FC236}">
                <a16:creationId xmlns:a16="http://schemas.microsoft.com/office/drawing/2014/main" id="{A4F534FC-5229-2A88-4CEA-02B4F3ADA3C8}"/>
              </a:ext>
            </a:extLst>
          </p:cNvPr>
          <p:cNvSpPr txBox="1">
            <a:spLocks/>
          </p:cNvSpPr>
          <p:nvPr/>
        </p:nvSpPr>
        <p:spPr>
          <a:xfrm>
            <a:off x="561595" y="737207"/>
            <a:ext cx="6382130" cy="94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6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US" sz="4400" dirty="0">
                <a:solidFill>
                  <a:schemeClr val="tx2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HISTORY OF  </a:t>
            </a:r>
            <a:r>
              <a:rPr lang="en-US" sz="6600" dirty="0">
                <a:solidFill>
                  <a:srgbClr val="FFC00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HTML</a:t>
            </a:r>
            <a:endParaRPr lang="en-US" sz="6600" dirty="0">
              <a:solidFill>
                <a:schemeClr val="tx1"/>
              </a:solidFill>
              <a:latin typeface="Mont Heavy DEMO" panose="00000A00000000000000" pitchFamily="50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  <p:grpSp>
        <p:nvGrpSpPr>
          <p:cNvPr id="19" name="Group 8">
            <a:extLst>
              <a:ext uri="{FF2B5EF4-FFF2-40B4-BE49-F238E27FC236}">
                <a16:creationId xmlns:a16="http://schemas.microsoft.com/office/drawing/2014/main" id="{5D1A1242-E73D-0E4E-5550-97D307D8DE70}"/>
              </a:ext>
            </a:extLst>
          </p:cNvPr>
          <p:cNvGrpSpPr/>
          <p:nvPr/>
        </p:nvGrpSpPr>
        <p:grpSpPr>
          <a:xfrm>
            <a:off x="8442888" y="737207"/>
            <a:ext cx="3147609" cy="4184989"/>
            <a:chOff x="0" y="0"/>
            <a:chExt cx="1208544" cy="1115062"/>
          </a:xfrm>
          <a:solidFill>
            <a:srgbClr val="1F3240"/>
          </a:solidFill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1EC7E3A9-C830-8D90-9079-E62F2347B8C6}"/>
                </a:ext>
              </a:extLst>
            </p:cNvPr>
            <p:cNvSpPr/>
            <p:nvPr/>
          </p:nvSpPr>
          <p:spPr>
            <a:xfrm>
              <a:off x="0" y="0"/>
              <a:ext cx="1208544" cy="1115062"/>
            </a:xfrm>
            <a:custGeom>
              <a:avLst/>
              <a:gdLst/>
              <a:ahLst/>
              <a:cxnLst/>
              <a:rect l="l" t="t" r="r" b="b"/>
              <a:pathLst>
                <a:path w="1208544" h="1115062">
                  <a:moveTo>
                    <a:pt x="1084084" y="1115062"/>
                  </a:moveTo>
                  <a:lnTo>
                    <a:pt x="124460" y="1115062"/>
                  </a:lnTo>
                  <a:cubicBezTo>
                    <a:pt x="55880" y="1115062"/>
                    <a:pt x="0" y="1059182"/>
                    <a:pt x="0" y="99060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084084" y="0"/>
                  </a:lnTo>
                  <a:cubicBezTo>
                    <a:pt x="1152664" y="0"/>
                    <a:pt x="1208544" y="55880"/>
                    <a:pt x="1208544" y="124460"/>
                  </a:cubicBezTo>
                  <a:lnTo>
                    <a:pt x="1208544" y="990602"/>
                  </a:lnTo>
                  <a:cubicBezTo>
                    <a:pt x="1208544" y="1059182"/>
                    <a:pt x="1152664" y="1115062"/>
                    <a:pt x="1084084" y="1115062"/>
                  </a:cubicBezTo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" name="Group 8">
            <a:extLst>
              <a:ext uri="{FF2B5EF4-FFF2-40B4-BE49-F238E27FC236}">
                <a16:creationId xmlns:a16="http://schemas.microsoft.com/office/drawing/2014/main" id="{755BBEAB-ABC8-05A4-E1E1-69828116D7F3}"/>
              </a:ext>
            </a:extLst>
          </p:cNvPr>
          <p:cNvGrpSpPr/>
          <p:nvPr/>
        </p:nvGrpSpPr>
        <p:grpSpPr>
          <a:xfrm>
            <a:off x="4521533" y="2011244"/>
            <a:ext cx="3008135" cy="3824997"/>
            <a:chOff x="0" y="0"/>
            <a:chExt cx="1208544" cy="1115062"/>
          </a:xfrm>
          <a:solidFill>
            <a:srgbClr val="1F3240"/>
          </a:solidFill>
        </p:grpSpPr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1752DE85-829B-75F6-60A7-2A60989072DF}"/>
                </a:ext>
              </a:extLst>
            </p:cNvPr>
            <p:cNvSpPr/>
            <p:nvPr/>
          </p:nvSpPr>
          <p:spPr>
            <a:xfrm>
              <a:off x="0" y="0"/>
              <a:ext cx="1208544" cy="1115062"/>
            </a:xfrm>
            <a:custGeom>
              <a:avLst/>
              <a:gdLst/>
              <a:ahLst/>
              <a:cxnLst/>
              <a:rect l="l" t="t" r="r" b="b"/>
              <a:pathLst>
                <a:path w="1208544" h="1115062">
                  <a:moveTo>
                    <a:pt x="1084084" y="1115062"/>
                  </a:moveTo>
                  <a:lnTo>
                    <a:pt x="124460" y="1115062"/>
                  </a:lnTo>
                  <a:cubicBezTo>
                    <a:pt x="55880" y="1115062"/>
                    <a:pt x="0" y="1059182"/>
                    <a:pt x="0" y="99060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084084" y="0"/>
                  </a:lnTo>
                  <a:cubicBezTo>
                    <a:pt x="1152664" y="0"/>
                    <a:pt x="1208544" y="55880"/>
                    <a:pt x="1208544" y="124460"/>
                  </a:cubicBezTo>
                  <a:lnTo>
                    <a:pt x="1208544" y="990602"/>
                  </a:lnTo>
                  <a:cubicBezTo>
                    <a:pt x="1208544" y="1059182"/>
                    <a:pt x="1152664" y="1115062"/>
                    <a:pt x="1084084" y="1115062"/>
                  </a:cubicBezTo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9EBF5E-3287-1167-BD0A-0E5C5ED9064A}"/>
              </a:ext>
            </a:extLst>
          </p:cNvPr>
          <p:cNvGrpSpPr/>
          <p:nvPr/>
        </p:nvGrpSpPr>
        <p:grpSpPr>
          <a:xfrm>
            <a:off x="601503" y="2817216"/>
            <a:ext cx="3006810" cy="4069968"/>
            <a:chOff x="894422" y="2748313"/>
            <a:chExt cx="2882498" cy="3584160"/>
          </a:xfrm>
          <a:solidFill>
            <a:srgbClr val="1F3240"/>
          </a:solidFill>
        </p:grpSpPr>
        <p:grpSp>
          <p:nvGrpSpPr>
            <p:cNvPr id="25" name="Group 8">
              <a:extLst>
                <a:ext uri="{FF2B5EF4-FFF2-40B4-BE49-F238E27FC236}">
                  <a16:creationId xmlns:a16="http://schemas.microsoft.com/office/drawing/2014/main" id="{91AA49EC-1F0D-A350-A3C5-66766B5330D0}"/>
                </a:ext>
              </a:extLst>
            </p:cNvPr>
            <p:cNvGrpSpPr/>
            <p:nvPr/>
          </p:nvGrpSpPr>
          <p:grpSpPr>
            <a:xfrm>
              <a:off x="894422" y="2748313"/>
              <a:ext cx="2882498" cy="3349899"/>
              <a:chOff x="-178301" y="-31017"/>
              <a:chExt cx="1323953" cy="1427038"/>
            </a:xfrm>
            <a:grpFill/>
          </p:grpSpPr>
          <p:sp>
            <p:nvSpPr>
              <p:cNvPr id="27" name="Freeform 9">
                <a:extLst>
                  <a:ext uri="{FF2B5EF4-FFF2-40B4-BE49-F238E27FC236}">
                    <a16:creationId xmlns:a16="http://schemas.microsoft.com/office/drawing/2014/main" id="{2BEE100E-CA89-3DDF-2A19-922B4652C658}"/>
                  </a:ext>
                </a:extLst>
              </p:cNvPr>
              <p:cNvSpPr/>
              <p:nvPr/>
            </p:nvSpPr>
            <p:spPr>
              <a:xfrm>
                <a:off x="-178301" y="-31017"/>
                <a:ext cx="1323953" cy="1427038"/>
              </a:xfrm>
              <a:custGeom>
                <a:avLst/>
                <a:gdLst/>
                <a:ahLst/>
                <a:cxnLst/>
                <a:rect l="l" t="t" r="r" b="b"/>
                <a:pathLst>
                  <a:path w="1208544" h="1115062">
                    <a:moveTo>
                      <a:pt x="1084084" y="1115062"/>
                    </a:moveTo>
                    <a:lnTo>
                      <a:pt x="124460" y="1115062"/>
                    </a:lnTo>
                    <a:cubicBezTo>
                      <a:pt x="55880" y="1115062"/>
                      <a:pt x="0" y="1059182"/>
                      <a:pt x="0" y="990602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084084" y="0"/>
                    </a:lnTo>
                    <a:cubicBezTo>
                      <a:pt x="1152664" y="0"/>
                      <a:pt x="1208544" y="55880"/>
                      <a:pt x="1208544" y="124460"/>
                    </a:cubicBezTo>
                    <a:lnTo>
                      <a:pt x="1208544" y="990602"/>
                    </a:lnTo>
                    <a:cubicBezTo>
                      <a:pt x="1208544" y="1059182"/>
                      <a:pt x="1152664" y="1115062"/>
                      <a:pt x="1084084" y="1115062"/>
                    </a:cubicBezTo>
                  </a:path>
                </a:pathLst>
              </a:custGeom>
              <a:grpFill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26" name="TextBox 12">
              <a:extLst>
                <a:ext uri="{FF2B5EF4-FFF2-40B4-BE49-F238E27FC236}">
                  <a16:creationId xmlns:a16="http://schemas.microsoft.com/office/drawing/2014/main" id="{A4BD2E09-A4D8-E232-0941-8FD1E69C99FF}"/>
                </a:ext>
              </a:extLst>
            </p:cNvPr>
            <p:cNvSpPr txBox="1"/>
            <p:nvPr/>
          </p:nvSpPr>
          <p:spPr>
            <a:xfrm>
              <a:off x="1031171" y="2789036"/>
              <a:ext cx="2582202" cy="354343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940"/>
                </a:lnSpc>
              </a:pPr>
              <a:r>
                <a:rPr lang="en-US" sz="1600" b="1" i="0" dirty="0">
                  <a:solidFill>
                    <a:srgbClr val="FFFF00"/>
                  </a:solidFill>
                  <a:effectLst/>
                  <a:latin typeface="Mont Heavy DEMO" panose="00000A00000000000000" pitchFamily="50" charset="0"/>
                </a:rPr>
                <a:t>Early Beginnings (1980s):</a:t>
              </a:r>
              <a:r>
                <a:rPr lang="en-US" sz="1600" b="0" i="0" dirty="0">
                  <a:solidFill>
                    <a:srgbClr val="FFFF00"/>
                  </a:solidFill>
                  <a:effectLst/>
                  <a:latin typeface="Mont Heavy DEMO" panose="00000A00000000000000" pitchFamily="50" charset="0"/>
                </a:rPr>
                <a:t> </a:t>
              </a:r>
              <a:r>
                <a:rPr lang="en-US" sz="1600" b="0" i="0" dirty="0">
                  <a:solidFill>
                    <a:srgbClr val="D1D5DB"/>
                  </a:solidFill>
                  <a:effectLst/>
                  <a:latin typeface="Syne" pitchFamily="2" charset="0"/>
                </a:rPr>
                <a:t>The concept of </a:t>
              </a:r>
              <a:r>
                <a:rPr lang="en-US" sz="1600" b="0" i="0" dirty="0">
                  <a:solidFill>
                    <a:srgbClr val="F8DA30"/>
                  </a:solidFill>
                  <a:effectLst/>
                  <a:latin typeface="Syne" pitchFamily="2" charset="0"/>
                </a:rPr>
                <a:t>hypertext</a:t>
              </a:r>
              <a:r>
                <a:rPr lang="en-US" sz="1600" b="0" i="0" dirty="0">
                  <a:solidFill>
                    <a:srgbClr val="D1D5DB"/>
                  </a:solidFill>
                  <a:effectLst/>
                  <a:latin typeface="Syne" pitchFamily="2" charset="0"/>
                </a:rPr>
                <a:t> was proposed by computer scientist </a:t>
              </a:r>
              <a:r>
                <a:rPr lang="en-US" sz="1600" b="0" i="0" dirty="0">
                  <a:solidFill>
                    <a:srgbClr val="F8DA30"/>
                  </a:solidFill>
                  <a:effectLst/>
                  <a:latin typeface="Syne" pitchFamily="2" charset="0"/>
                </a:rPr>
                <a:t>Ted Nelson </a:t>
              </a:r>
              <a:r>
                <a:rPr lang="en-US" sz="1600" b="0" i="0" dirty="0">
                  <a:solidFill>
                    <a:srgbClr val="D1D5DB"/>
                  </a:solidFill>
                  <a:effectLst/>
                  <a:latin typeface="Syne" pitchFamily="2" charset="0"/>
                </a:rPr>
                <a:t>in the 1960s. In the 1980s, </a:t>
              </a:r>
              <a:r>
                <a:rPr lang="en-US" sz="1600" b="0" i="0" dirty="0">
                  <a:solidFill>
                    <a:srgbClr val="F8DA30"/>
                  </a:solidFill>
                  <a:effectLst/>
                  <a:latin typeface="Syne" pitchFamily="2" charset="0"/>
                </a:rPr>
                <a:t>Tim Berners-Lee</a:t>
              </a:r>
              <a:r>
                <a:rPr lang="en-US" sz="1600" b="0" i="0" dirty="0">
                  <a:solidFill>
                    <a:srgbClr val="D1D5DB"/>
                  </a:solidFill>
                  <a:effectLst/>
                  <a:latin typeface="Syne" pitchFamily="2" charset="0"/>
                </a:rPr>
                <a:t>, a British computer scientist, introduced the World Wide Web (</a:t>
              </a:r>
              <a:r>
                <a:rPr lang="en-US" sz="1600" b="0" i="0" dirty="0">
                  <a:solidFill>
                    <a:srgbClr val="F8DA30"/>
                  </a:solidFill>
                  <a:effectLst/>
                  <a:latin typeface="Syne" pitchFamily="2" charset="0"/>
                </a:rPr>
                <a:t>WWW</a:t>
              </a:r>
              <a:r>
                <a:rPr lang="en-US" sz="1600" b="0" i="0" dirty="0">
                  <a:solidFill>
                    <a:srgbClr val="D1D5DB"/>
                  </a:solidFill>
                  <a:effectLst/>
                  <a:latin typeface="Syne" pitchFamily="2" charset="0"/>
                </a:rPr>
                <a:t>) and developed the first HTML</a:t>
              </a:r>
              <a:endParaRPr lang="en-US" sz="1600" dirty="0">
                <a:solidFill>
                  <a:srgbClr val="FFFFFF"/>
                </a:solidFill>
                <a:latin typeface="Syne" pitchFamily="2" charset="0"/>
                <a:ea typeface="Urbanist" panose="020B0A04040200000203" pitchFamily="34" charset="0"/>
                <a:cs typeface="Urbanist" panose="020B0A04040200000203" pitchFamily="34" charset="0"/>
              </a:endParaRPr>
            </a:p>
          </p:txBody>
        </p:sp>
      </p:grpSp>
      <p:sp>
        <p:nvSpPr>
          <p:cNvPr id="28" name="TextBox 11">
            <a:extLst>
              <a:ext uri="{FF2B5EF4-FFF2-40B4-BE49-F238E27FC236}">
                <a16:creationId xmlns:a16="http://schemas.microsoft.com/office/drawing/2014/main" id="{AD322D56-3768-60AA-1210-F0E706241EAE}"/>
              </a:ext>
            </a:extLst>
          </p:cNvPr>
          <p:cNvSpPr txBox="1"/>
          <p:nvPr/>
        </p:nvSpPr>
        <p:spPr>
          <a:xfrm>
            <a:off x="4540243" y="2509441"/>
            <a:ext cx="288249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</a:pPr>
            <a:endParaRPr lang="en-US" sz="3500" dirty="0">
              <a:solidFill>
                <a:srgbClr val="BA94E9"/>
              </a:solidFill>
              <a:latin typeface="Mont Heavy DEMO" panose="00000A00000000000000" pitchFamily="50" charset="0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717DBAD2-5A98-F6CF-7449-EF179D04048B}"/>
              </a:ext>
            </a:extLst>
          </p:cNvPr>
          <p:cNvSpPr txBox="1"/>
          <p:nvPr/>
        </p:nvSpPr>
        <p:spPr>
          <a:xfrm>
            <a:off x="4775235" y="2063135"/>
            <a:ext cx="2541796" cy="3680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b="1" dirty="0">
                <a:solidFill>
                  <a:srgbClr val="BA94E9"/>
                </a:solidFill>
                <a:latin typeface="Mont Heavy DEMO" panose="00000A00000000000000" pitchFamily="50" charset="0"/>
              </a:rPr>
              <a:t>HTML 2.0 (1995),</a:t>
            </a:r>
          </a:p>
          <a:p>
            <a:pPr marL="0" lvl="0" indent="0" algn="ctr">
              <a:lnSpc>
                <a:spcPts val="2940"/>
              </a:lnSpc>
            </a:pPr>
            <a:r>
              <a:rPr lang="en-US" b="1" dirty="0">
                <a:solidFill>
                  <a:srgbClr val="BA94E9"/>
                </a:solidFill>
                <a:latin typeface="Mont Heavy DEMO" panose="00000A00000000000000" pitchFamily="50" charset="0"/>
              </a:rPr>
              <a:t>HTML 3.2 (1997,</a:t>
            </a:r>
          </a:p>
          <a:p>
            <a:pPr marL="0" lvl="0" indent="0" algn="ctr">
              <a:lnSpc>
                <a:spcPts val="2940"/>
              </a:lnSpc>
            </a:pPr>
            <a:r>
              <a:rPr lang="en-US" sz="1600" b="1" dirty="0">
                <a:solidFill>
                  <a:srgbClr val="BA94E9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&amp; </a:t>
            </a:r>
            <a:r>
              <a:rPr lang="en-US" b="1" dirty="0">
                <a:solidFill>
                  <a:srgbClr val="BA94E9"/>
                </a:solidFill>
                <a:latin typeface="Mont Heavy DEMO" panose="00000A00000000000000" pitchFamily="50" charset="0"/>
              </a:rPr>
              <a:t>HTML 4.0 (1997-1999</a:t>
            </a:r>
          </a:p>
          <a:p>
            <a:pPr marL="0" lvl="0" indent="0" algn="ctr">
              <a:lnSpc>
                <a:spcPts val="2940"/>
              </a:lnSpc>
            </a:pPr>
            <a:r>
              <a:rPr lang="en-US" sz="1600" dirty="0">
                <a:solidFill>
                  <a:schemeClr val="bg2"/>
                </a:solidFill>
                <a:latin typeface="Syne" pitchFamily="2" charset="0"/>
              </a:rPr>
              <a:t>HTML 4 introduced significant improvements, including better support for </a:t>
            </a:r>
            <a:r>
              <a:rPr lang="en-US" sz="1600" dirty="0">
                <a:solidFill>
                  <a:srgbClr val="BA94E9"/>
                </a:solidFill>
                <a:latin typeface="Syne" pitchFamily="2" charset="0"/>
              </a:rPr>
              <a:t>forms, scripts, and style sheets. </a:t>
            </a:r>
            <a:r>
              <a:rPr lang="en-US" sz="1600" dirty="0">
                <a:solidFill>
                  <a:schemeClr val="bg2"/>
                </a:solidFill>
                <a:latin typeface="Syne" pitchFamily="2" charset="0"/>
              </a:rPr>
              <a:t>It was a crucial step toward modern web development.</a:t>
            </a:r>
            <a:endParaRPr lang="en-US" sz="1600" b="1" dirty="0">
              <a:solidFill>
                <a:schemeClr val="bg2"/>
              </a:solidFill>
              <a:latin typeface="Syne" pitchFamily="2" charset="0"/>
            </a:endParaRP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6FB877F2-FECB-05EE-1594-3E4CDBA67920}"/>
              </a:ext>
            </a:extLst>
          </p:cNvPr>
          <p:cNvSpPr txBox="1"/>
          <p:nvPr/>
        </p:nvSpPr>
        <p:spPr>
          <a:xfrm>
            <a:off x="8722042" y="782531"/>
            <a:ext cx="2516257" cy="40520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1600" b="1" dirty="0">
                <a:solidFill>
                  <a:srgbClr val="FF6D00"/>
                </a:solidFill>
                <a:latin typeface="Syne" pitchFamily="2" charset="0"/>
              </a:rPr>
              <a:t>HTML5 (2014): </a:t>
            </a:r>
            <a:r>
              <a:rPr lang="en-US" sz="1600" dirty="0">
                <a:solidFill>
                  <a:srgbClr val="D1D5DB"/>
                </a:solidFill>
                <a:latin typeface="Syne" pitchFamily="2" charset="0"/>
              </a:rPr>
              <a:t>HTML5 was a major milestone, with a focus on multimedia, improved </a:t>
            </a:r>
            <a:r>
              <a:rPr lang="en-US" sz="1600" dirty="0">
                <a:solidFill>
                  <a:srgbClr val="FF6D00"/>
                </a:solidFill>
                <a:latin typeface="Syne" pitchFamily="2" charset="0"/>
              </a:rPr>
              <a:t>semantics</a:t>
            </a:r>
            <a:r>
              <a:rPr lang="en-US" sz="1600" dirty="0">
                <a:solidFill>
                  <a:srgbClr val="D1D5DB"/>
                </a:solidFill>
                <a:latin typeface="Syne" pitchFamily="2" charset="0"/>
              </a:rPr>
              <a:t>, and better support for web applications. It introduced new elements like </a:t>
            </a:r>
            <a:r>
              <a:rPr lang="en-US" sz="1600" dirty="0">
                <a:solidFill>
                  <a:srgbClr val="FF6D00"/>
                </a:solidFill>
                <a:latin typeface="Syne" pitchFamily="2" charset="0"/>
              </a:rPr>
              <a:t>&lt;video&gt;, &lt;audio&gt;, </a:t>
            </a:r>
            <a:r>
              <a:rPr lang="en-US" sz="1600" dirty="0">
                <a:solidFill>
                  <a:srgbClr val="D1D5DB"/>
                </a:solidFill>
                <a:latin typeface="Syne" pitchFamily="2" charset="0"/>
              </a:rPr>
              <a:t>and </a:t>
            </a:r>
            <a:r>
              <a:rPr lang="en-US" sz="1600" dirty="0">
                <a:solidFill>
                  <a:srgbClr val="FF6D00"/>
                </a:solidFill>
                <a:latin typeface="Syne" pitchFamily="2" charset="0"/>
              </a:rPr>
              <a:t>&lt;picture&gt;. </a:t>
            </a:r>
            <a:r>
              <a:rPr lang="en-US" sz="1600" dirty="0">
                <a:solidFill>
                  <a:srgbClr val="D1D5DB"/>
                </a:solidFill>
                <a:latin typeface="Syne" pitchFamily="2" charset="0"/>
              </a:rPr>
              <a:t>HTML5 made web development more versatile and capable.</a:t>
            </a:r>
          </a:p>
        </p:txBody>
      </p:sp>
      <p:pic>
        <p:nvPicPr>
          <p:cNvPr id="31" name="Graphic 30" descr="Line arrow: Clockwise curve with solid fill">
            <a:extLst>
              <a:ext uri="{FF2B5EF4-FFF2-40B4-BE49-F238E27FC236}">
                <a16:creationId xmlns:a16="http://schemas.microsoft.com/office/drawing/2014/main" id="{9418F13A-25BB-FDB1-E881-57750691BB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247207" flipH="1">
            <a:off x="7614459" y="2577857"/>
            <a:ext cx="677735" cy="996111"/>
          </a:xfrm>
          <a:prstGeom prst="rect">
            <a:avLst/>
          </a:prstGeom>
        </p:spPr>
      </p:pic>
      <p:pic>
        <p:nvPicPr>
          <p:cNvPr id="32" name="Graphic 31" descr="Line arrow: Clockwise curve with solid fill">
            <a:extLst>
              <a:ext uri="{FF2B5EF4-FFF2-40B4-BE49-F238E27FC236}">
                <a16:creationId xmlns:a16="http://schemas.microsoft.com/office/drawing/2014/main" id="{75E6CDEC-507E-818C-CE3B-1D14F1A4D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713447" flipV="1">
            <a:off x="3752174" y="4389174"/>
            <a:ext cx="645532" cy="10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5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>
            <a:extLst>
              <a:ext uri="{FF2B5EF4-FFF2-40B4-BE49-F238E27FC236}">
                <a16:creationId xmlns:a16="http://schemas.microsoft.com/office/drawing/2014/main" id="{B54FF96A-7B1B-0210-CBC8-F50D5C113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439" y="180991"/>
            <a:ext cx="11360700" cy="1030813"/>
          </a:xfrm>
        </p:spPr>
        <p:txBody>
          <a:bodyPr anchor="ctr"/>
          <a:lstStyle/>
          <a:p>
            <a:r>
              <a:rPr lang="en-IN" dirty="0">
                <a:solidFill>
                  <a:schemeClr val="accent5"/>
                </a:solidFill>
              </a:rPr>
              <a:t>HTML SYNTAX</a:t>
            </a:r>
          </a:p>
        </p:txBody>
      </p:sp>
      <p:pic>
        <p:nvPicPr>
          <p:cNvPr id="4" name="Graphic 3" descr="Line arrow: Clockwise curve with solid fill">
            <a:extLst>
              <a:ext uri="{FF2B5EF4-FFF2-40B4-BE49-F238E27FC236}">
                <a16:creationId xmlns:a16="http://schemas.microsoft.com/office/drawing/2014/main" id="{47958953-7F0E-018E-B709-123D430FE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19824">
            <a:off x="2202253" y="2656972"/>
            <a:ext cx="521038" cy="990350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D86506AB-A1AC-5C27-9356-7588965C0D22}"/>
              </a:ext>
            </a:extLst>
          </p:cNvPr>
          <p:cNvGrpSpPr/>
          <p:nvPr/>
        </p:nvGrpSpPr>
        <p:grpSpPr>
          <a:xfrm>
            <a:off x="1495681" y="1939310"/>
            <a:ext cx="2143406" cy="780042"/>
            <a:chOff x="1780492" y="1933351"/>
            <a:chExt cx="1573783" cy="473906"/>
          </a:xfrm>
        </p:grpSpPr>
        <p:sp>
          <p:nvSpPr>
            <p:cNvPr id="6" name="Google Shape;1405;p28">
              <a:extLst>
                <a:ext uri="{FF2B5EF4-FFF2-40B4-BE49-F238E27FC236}">
                  <a16:creationId xmlns:a16="http://schemas.microsoft.com/office/drawing/2014/main" id="{1F2C520E-60FF-8BB4-C116-2DB4D0666AC2}"/>
                </a:ext>
              </a:extLst>
            </p:cNvPr>
            <p:cNvSpPr/>
            <p:nvPr/>
          </p:nvSpPr>
          <p:spPr>
            <a:xfrm>
              <a:off x="1848709" y="2007303"/>
              <a:ext cx="1437300" cy="327701"/>
            </a:xfrm>
            <a:custGeom>
              <a:avLst/>
              <a:gdLst/>
              <a:ahLst/>
              <a:cxnLst/>
              <a:rect l="l" t="t" r="r" b="b"/>
              <a:pathLst>
                <a:path w="108133" h="25219" extrusionOk="0">
                  <a:moveTo>
                    <a:pt x="12609" y="1"/>
                  </a:moveTo>
                  <a:cubicBezTo>
                    <a:pt x="5644" y="1"/>
                    <a:pt x="0" y="5645"/>
                    <a:pt x="0" y="12610"/>
                  </a:cubicBezTo>
                  <a:cubicBezTo>
                    <a:pt x="0" y="19575"/>
                    <a:pt x="5644" y="25218"/>
                    <a:pt x="12609" y="25218"/>
                  </a:cubicBezTo>
                  <a:lnTo>
                    <a:pt x="95524" y="25218"/>
                  </a:lnTo>
                  <a:cubicBezTo>
                    <a:pt x="102489" y="25218"/>
                    <a:pt x="108133" y="19575"/>
                    <a:pt x="108133" y="12610"/>
                  </a:cubicBezTo>
                  <a:cubicBezTo>
                    <a:pt x="108133" y="5645"/>
                    <a:pt x="102489" y="1"/>
                    <a:pt x="95524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400" dirty="0">
                  <a:latin typeface="Syne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Opening Tag</a:t>
              </a:r>
              <a:endParaRPr sz="1400" dirty="0">
                <a:latin typeface="Syne" pitchFamily="2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" name="Google Shape;1406;p28">
              <a:extLst>
                <a:ext uri="{FF2B5EF4-FFF2-40B4-BE49-F238E27FC236}">
                  <a16:creationId xmlns:a16="http://schemas.microsoft.com/office/drawing/2014/main" id="{9C51CD82-B346-FF48-B4B4-8539AAD9A6BE}"/>
                </a:ext>
              </a:extLst>
            </p:cNvPr>
            <p:cNvSpPr/>
            <p:nvPr/>
          </p:nvSpPr>
          <p:spPr>
            <a:xfrm>
              <a:off x="1780492" y="2153049"/>
              <a:ext cx="37045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68" y="2787"/>
                    <a:pt x="2787" y="2168"/>
                    <a:pt x="2787" y="1394"/>
                  </a:cubicBezTo>
                  <a:cubicBezTo>
                    <a:pt x="2787" y="620"/>
                    <a:pt x="2168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8" name="Google Shape;1407;p28">
              <a:extLst>
                <a:ext uri="{FF2B5EF4-FFF2-40B4-BE49-F238E27FC236}">
                  <a16:creationId xmlns:a16="http://schemas.microsoft.com/office/drawing/2014/main" id="{245D12D1-03BD-40B3-7B8B-F46A41E6802A}"/>
                </a:ext>
              </a:extLst>
            </p:cNvPr>
            <p:cNvSpPr/>
            <p:nvPr/>
          </p:nvSpPr>
          <p:spPr>
            <a:xfrm>
              <a:off x="3317230" y="2153049"/>
              <a:ext cx="37045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56" y="2787"/>
                    <a:pt x="2787" y="2168"/>
                    <a:pt x="2787" y="1394"/>
                  </a:cubicBezTo>
                  <a:cubicBezTo>
                    <a:pt x="2787" y="620"/>
                    <a:pt x="2156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9" name="Google Shape;1408;p28">
              <a:extLst>
                <a:ext uri="{FF2B5EF4-FFF2-40B4-BE49-F238E27FC236}">
                  <a16:creationId xmlns:a16="http://schemas.microsoft.com/office/drawing/2014/main" id="{C04C3C8F-31DB-2F45-52E9-3105C9AE7A95}"/>
                </a:ext>
              </a:extLst>
            </p:cNvPr>
            <p:cNvSpPr/>
            <p:nvPr/>
          </p:nvSpPr>
          <p:spPr>
            <a:xfrm>
              <a:off x="1780493" y="1933351"/>
              <a:ext cx="1573729" cy="182426"/>
            </a:xfrm>
            <a:custGeom>
              <a:avLst/>
              <a:gdLst/>
              <a:ahLst/>
              <a:cxnLst/>
              <a:rect l="l" t="t" r="r" b="b"/>
              <a:pathLst>
                <a:path w="118397" h="14039" extrusionOk="0">
                  <a:moveTo>
                    <a:pt x="17741" y="1"/>
                  </a:moveTo>
                  <a:cubicBezTo>
                    <a:pt x="9133" y="1"/>
                    <a:pt x="1906" y="6002"/>
                    <a:pt x="1" y="14038"/>
                  </a:cubicBezTo>
                  <a:lnTo>
                    <a:pt x="2680" y="14038"/>
                  </a:lnTo>
                  <a:cubicBezTo>
                    <a:pt x="4513" y="7454"/>
                    <a:pt x="10574" y="2596"/>
                    <a:pt x="17741" y="2596"/>
                  </a:cubicBezTo>
                  <a:lnTo>
                    <a:pt x="100656" y="2596"/>
                  </a:lnTo>
                  <a:cubicBezTo>
                    <a:pt x="107824" y="2596"/>
                    <a:pt x="113872" y="7454"/>
                    <a:pt x="115718" y="14038"/>
                  </a:cubicBezTo>
                  <a:lnTo>
                    <a:pt x="118397" y="14038"/>
                  </a:lnTo>
                  <a:cubicBezTo>
                    <a:pt x="116492" y="6002"/>
                    <a:pt x="109264" y="1"/>
                    <a:pt x="1006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Syne" pitchFamily="2" charset="0"/>
              </a:endParaRPr>
            </a:p>
          </p:txBody>
        </p:sp>
        <p:sp>
          <p:nvSpPr>
            <p:cNvPr id="10" name="Google Shape;1409;p28">
              <a:extLst>
                <a:ext uri="{FF2B5EF4-FFF2-40B4-BE49-F238E27FC236}">
                  <a16:creationId xmlns:a16="http://schemas.microsoft.com/office/drawing/2014/main" id="{B10EF547-D0C0-29A8-8380-5530DEF26BE4}"/>
                </a:ext>
              </a:extLst>
            </p:cNvPr>
            <p:cNvSpPr/>
            <p:nvPr/>
          </p:nvSpPr>
          <p:spPr>
            <a:xfrm>
              <a:off x="1780492" y="2224844"/>
              <a:ext cx="1573729" cy="182413"/>
            </a:xfrm>
            <a:custGeom>
              <a:avLst/>
              <a:gdLst/>
              <a:ahLst/>
              <a:cxnLst/>
              <a:rect l="l" t="t" r="r" b="b"/>
              <a:pathLst>
                <a:path w="118397" h="14038" extrusionOk="0">
                  <a:moveTo>
                    <a:pt x="1" y="0"/>
                  </a:moveTo>
                  <a:cubicBezTo>
                    <a:pt x="1906" y="8037"/>
                    <a:pt x="9133" y="14038"/>
                    <a:pt x="17741" y="14038"/>
                  </a:cubicBezTo>
                  <a:lnTo>
                    <a:pt x="100656" y="14038"/>
                  </a:lnTo>
                  <a:cubicBezTo>
                    <a:pt x="109264" y="14038"/>
                    <a:pt x="116492" y="8037"/>
                    <a:pt x="118397" y="0"/>
                  </a:cubicBezTo>
                  <a:lnTo>
                    <a:pt x="115718" y="0"/>
                  </a:lnTo>
                  <a:cubicBezTo>
                    <a:pt x="113872" y="6596"/>
                    <a:pt x="107824" y="11442"/>
                    <a:pt x="100656" y="11442"/>
                  </a:cubicBezTo>
                  <a:lnTo>
                    <a:pt x="17741" y="11442"/>
                  </a:lnTo>
                  <a:cubicBezTo>
                    <a:pt x="10574" y="11442"/>
                    <a:pt x="4513" y="6596"/>
                    <a:pt x="26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</p:grpSp>
      <p:pic>
        <p:nvPicPr>
          <p:cNvPr id="11" name="Graphic 10" descr="Line arrow: Clockwise curve with solid fill">
            <a:extLst>
              <a:ext uri="{FF2B5EF4-FFF2-40B4-BE49-F238E27FC236}">
                <a16:creationId xmlns:a16="http://schemas.microsoft.com/office/drawing/2014/main" id="{DD379A1A-6580-96E2-0468-EB6D4E42D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924088" flipH="1">
            <a:off x="9454654" y="2617620"/>
            <a:ext cx="583940" cy="990350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D3F89BB2-4984-72F5-6710-5F1C7DD269B8}"/>
              </a:ext>
            </a:extLst>
          </p:cNvPr>
          <p:cNvGrpSpPr/>
          <p:nvPr/>
        </p:nvGrpSpPr>
        <p:grpSpPr>
          <a:xfrm>
            <a:off x="8548298" y="1872897"/>
            <a:ext cx="2143406" cy="780042"/>
            <a:chOff x="8773475" y="1936510"/>
            <a:chExt cx="1573783" cy="473906"/>
          </a:xfrm>
        </p:grpSpPr>
        <p:sp>
          <p:nvSpPr>
            <p:cNvPr id="13" name="Google Shape;1405;p28">
              <a:extLst>
                <a:ext uri="{FF2B5EF4-FFF2-40B4-BE49-F238E27FC236}">
                  <a16:creationId xmlns:a16="http://schemas.microsoft.com/office/drawing/2014/main" id="{E229535B-D88B-649C-5F95-159FE337348B}"/>
                </a:ext>
              </a:extLst>
            </p:cNvPr>
            <p:cNvSpPr/>
            <p:nvPr/>
          </p:nvSpPr>
          <p:spPr>
            <a:xfrm>
              <a:off x="8841692" y="2010462"/>
              <a:ext cx="1437300" cy="327701"/>
            </a:xfrm>
            <a:custGeom>
              <a:avLst/>
              <a:gdLst/>
              <a:ahLst/>
              <a:cxnLst/>
              <a:rect l="l" t="t" r="r" b="b"/>
              <a:pathLst>
                <a:path w="108133" h="25219" extrusionOk="0">
                  <a:moveTo>
                    <a:pt x="12609" y="1"/>
                  </a:moveTo>
                  <a:cubicBezTo>
                    <a:pt x="5644" y="1"/>
                    <a:pt x="0" y="5645"/>
                    <a:pt x="0" y="12610"/>
                  </a:cubicBezTo>
                  <a:cubicBezTo>
                    <a:pt x="0" y="19575"/>
                    <a:pt x="5644" y="25218"/>
                    <a:pt x="12609" y="25218"/>
                  </a:cubicBezTo>
                  <a:lnTo>
                    <a:pt x="95524" y="25218"/>
                  </a:lnTo>
                  <a:cubicBezTo>
                    <a:pt x="102489" y="25218"/>
                    <a:pt x="108133" y="19575"/>
                    <a:pt x="108133" y="12610"/>
                  </a:cubicBezTo>
                  <a:cubicBezTo>
                    <a:pt x="108133" y="5645"/>
                    <a:pt x="102489" y="1"/>
                    <a:pt x="95524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dirty="0">
                  <a:latin typeface="Syne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Closing</a:t>
              </a:r>
              <a:r>
                <a:rPr lang="en" sz="1400" dirty="0">
                  <a:latin typeface="Syne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 Tag</a:t>
              </a:r>
              <a:endParaRPr sz="1400" dirty="0">
                <a:latin typeface="Syne" pitchFamily="2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" name="Google Shape;1406;p28">
              <a:extLst>
                <a:ext uri="{FF2B5EF4-FFF2-40B4-BE49-F238E27FC236}">
                  <a16:creationId xmlns:a16="http://schemas.microsoft.com/office/drawing/2014/main" id="{DFA81AAD-2956-A5A6-45DE-3B1F1E701100}"/>
                </a:ext>
              </a:extLst>
            </p:cNvPr>
            <p:cNvSpPr/>
            <p:nvPr/>
          </p:nvSpPr>
          <p:spPr>
            <a:xfrm>
              <a:off x="8773475" y="2156208"/>
              <a:ext cx="37045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68" y="2787"/>
                    <a:pt x="2787" y="2168"/>
                    <a:pt x="2787" y="1394"/>
                  </a:cubicBezTo>
                  <a:cubicBezTo>
                    <a:pt x="2787" y="620"/>
                    <a:pt x="2168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15" name="Google Shape;1407;p28">
              <a:extLst>
                <a:ext uri="{FF2B5EF4-FFF2-40B4-BE49-F238E27FC236}">
                  <a16:creationId xmlns:a16="http://schemas.microsoft.com/office/drawing/2014/main" id="{31096FE7-8DB6-4400-5A87-5F0196F2528D}"/>
                </a:ext>
              </a:extLst>
            </p:cNvPr>
            <p:cNvSpPr/>
            <p:nvPr/>
          </p:nvSpPr>
          <p:spPr>
            <a:xfrm>
              <a:off x="10310213" y="2156208"/>
              <a:ext cx="37045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56" y="2787"/>
                    <a:pt x="2787" y="2168"/>
                    <a:pt x="2787" y="1394"/>
                  </a:cubicBezTo>
                  <a:cubicBezTo>
                    <a:pt x="2787" y="620"/>
                    <a:pt x="2156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16" name="Google Shape;1408;p28">
              <a:extLst>
                <a:ext uri="{FF2B5EF4-FFF2-40B4-BE49-F238E27FC236}">
                  <a16:creationId xmlns:a16="http://schemas.microsoft.com/office/drawing/2014/main" id="{056F5FD8-D104-01C8-CD37-DC2B79CB1601}"/>
                </a:ext>
              </a:extLst>
            </p:cNvPr>
            <p:cNvSpPr/>
            <p:nvPr/>
          </p:nvSpPr>
          <p:spPr>
            <a:xfrm>
              <a:off x="8773476" y="1936510"/>
              <a:ext cx="1573729" cy="182426"/>
            </a:xfrm>
            <a:custGeom>
              <a:avLst/>
              <a:gdLst/>
              <a:ahLst/>
              <a:cxnLst/>
              <a:rect l="l" t="t" r="r" b="b"/>
              <a:pathLst>
                <a:path w="118397" h="14039" extrusionOk="0">
                  <a:moveTo>
                    <a:pt x="17741" y="1"/>
                  </a:moveTo>
                  <a:cubicBezTo>
                    <a:pt x="9133" y="1"/>
                    <a:pt x="1906" y="6002"/>
                    <a:pt x="1" y="14038"/>
                  </a:cubicBezTo>
                  <a:lnTo>
                    <a:pt x="2680" y="14038"/>
                  </a:lnTo>
                  <a:cubicBezTo>
                    <a:pt x="4513" y="7454"/>
                    <a:pt x="10574" y="2596"/>
                    <a:pt x="17741" y="2596"/>
                  </a:cubicBezTo>
                  <a:lnTo>
                    <a:pt x="100656" y="2596"/>
                  </a:lnTo>
                  <a:cubicBezTo>
                    <a:pt x="107824" y="2596"/>
                    <a:pt x="113872" y="7454"/>
                    <a:pt x="115718" y="14038"/>
                  </a:cubicBezTo>
                  <a:lnTo>
                    <a:pt x="118397" y="14038"/>
                  </a:lnTo>
                  <a:cubicBezTo>
                    <a:pt x="116492" y="6002"/>
                    <a:pt x="109264" y="1"/>
                    <a:pt x="1006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Syne" pitchFamily="2" charset="0"/>
              </a:endParaRPr>
            </a:p>
          </p:txBody>
        </p:sp>
        <p:sp>
          <p:nvSpPr>
            <p:cNvPr id="17" name="Google Shape;1409;p28">
              <a:extLst>
                <a:ext uri="{FF2B5EF4-FFF2-40B4-BE49-F238E27FC236}">
                  <a16:creationId xmlns:a16="http://schemas.microsoft.com/office/drawing/2014/main" id="{BB57A2CD-3DD2-5675-5AB6-D80FE7F5F876}"/>
                </a:ext>
              </a:extLst>
            </p:cNvPr>
            <p:cNvSpPr/>
            <p:nvPr/>
          </p:nvSpPr>
          <p:spPr>
            <a:xfrm>
              <a:off x="8773475" y="2228003"/>
              <a:ext cx="1573729" cy="182413"/>
            </a:xfrm>
            <a:custGeom>
              <a:avLst/>
              <a:gdLst/>
              <a:ahLst/>
              <a:cxnLst/>
              <a:rect l="l" t="t" r="r" b="b"/>
              <a:pathLst>
                <a:path w="118397" h="14038" extrusionOk="0">
                  <a:moveTo>
                    <a:pt x="1" y="0"/>
                  </a:moveTo>
                  <a:cubicBezTo>
                    <a:pt x="1906" y="8037"/>
                    <a:pt x="9133" y="14038"/>
                    <a:pt x="17741" y="14038"/>
                  </a:cubicBezTo>
                  <a:lnTo>
                    <a:pt x="100656" y="14038"/>
                  </a:lnTo>
                  <a:cubicBezTo>
                    <a:pt x="109264" y="14038"/>
                    <a:pt x="116492" y="8037"/>
                    <a:pt x="118397" y="0"/>
                  </a:cubicBezTo>
                  <a:lnTo>
                    <a:pt x="115718" y="0"/>
                  </a:lnTo>
                  <a:cubicBezTo>
                    <a:pt x="113872" y="6596"/>
                    <a:pt x="107824" y="11442"/>
                    <a:pt x="100656" y="11442"/>
                  </a:cubicBezTo>
                  <a:lnTo>
                    <a:pt x="17741" y="11442"/>
                  </a:lnTo>
                  <a:cubicBezTo>
                    <a:pt x="10574" y="11442"/>
                    <a:pt x="4513" y="6596"/>
                    <a:pt x="26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</p:grpSp>
      <p:sp>
        <p:nvSpPr>
          <p:cNvPr id="21" name="Freeform 6">
            <a:extLst>
              <a:ext uri="{FF2B5EF4-FFF2-40B4-BE49-F238E27FC236}">
                <a16:creationId xmlns:a16="http://schemas.microsoft.com/office/drawing/2014/main" id="{BC530979-91F3-7E30-35EE-CC92AC098005}"/>
              </a:ext>
            </a:extLst>
          </p:cNvPr>
          <p:cNvSpPr/>
          <p:nvPr/>
        </p:nvSpPr>
        <p:spPr>
          <a:xfrm rot="-5400000">
            <a:off x="5335246" y="646856"/>
            <a:ext cx="1265104" cy="4914172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C2666EF-F11E-BB22-6217-3218A9B2D29A}"/>
              </a:ext>
            </a:extLst>
          </p:cNvPr>
          <p:cNvGrpSpPr/>
          <p:nvPr/>
        </p:nvGrpSpPr>
        <p:grpSpPr>
          <a:xfrm>
            <a:off x="5060655" y="1697527"/>
            <a:ext cx="1716462" cy="780042"/>
            <a:chOff x="5288735" y="1641871"/>
            <a:chExt cx="1260302" cy="473906"/>
          </a:xfrm>
        </p:grpSpPr>
        <p:sp>
          <p:nvSpPr>
            <p:cNvPr id="23" name="Google Shape;1405;p28">
              <a:extLst>
                <a:ext uri="{FF2B5EF4-FFF2-40B4-BE49-F238E27FC236}">
                  <a16:creationId xmlns:a16="http://schemas.microsoft.com/office/drawing/2014/main" id="{378A5304-01D9-D237-DE6A-AB8100E7BBD5}"/>
                </a:ext>
              </a:extLst>
            </p:cNvPr>
            <p:cNvSpPr/>
            <p:nvPr/>
          </p:nvSpPr>
          <p:spPr>
            <a:xfrm>
              <a:off x="5343364" y="1715823"/>
              <a:ext cx="1151005" cy="327701"/>
            </a:xfrm>
            <a:custGeom>
              <a:avLst/>
              <a:gdLst/>
              <a:ahLst/>
              <a:cxnLst/>
              <a:rect l="l" t="t" r="r" b="b"/>
              <a:pathLst>
                <a:path w="108133" h="25219" extrusionOk="0">
                  <a:moveTo>
                    <a:pt x="12609" y="1"/>
                  </a:moveTo>
                  <a:cubicBezTo>
                    <a:pt x="5644" y="1"/>
                    <a:pt x="0" y="5645"/>
                    <a:pt x="0" y="12610"/>
                  </a:cubicBezTo>
                  <a:cubicBezTo>
                    <a:pt x="0" y="19575"/>
                    <a:pt x="5644" y="25218"/>
                    <a:pt x="12609" y="25218"/>
                  </a:cubicBezTo>
                  <a:lnTo>
                    <a:pt x="95524" y="25218"/>
                  </a:lnTo>
                  <a:cubicBezTo>
                    <a:pt x="102489" y="25218"/>
                    <a:pt x="108133" y="19575"/>
                    <a:pt x="108133" y="12610"/>
                  </a:cubicBezTo>
                  <a:cubicBezTo>
                    <a:pt x="108133" y="5645"/>
                    <a:pt x="102489" y="1"/>
                    <a:pt x="95524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400" dirty="0">
                  <a:latin typeface="Syne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Content</a:t>
              </a:r>
              <a:endParaRPr sz="1400" dirty="0">
                <a:latin typeface="Syne" pitchFamily="2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4" name="Google Shape;1406;p28">
              <a:extLst>
                <a:ext uri="{FF2B5EF4-FFF2-40B4-BE49-F238E27FC236}">
                  <a16:creationId xmlns:a16="http://schemas.microsoft.com/office/drawing/2014/main" id="{2C958F67-211D-C352-14B9-E3CB34A97C14}"/>
                </a:ext>
              </a:extLst>
            </p:cNvPr>
            <p:cNvSpPr/>
            <p:nvPr/>
          </p:nvSpPr>
          <p:spPr>
            <a:xfrm>
              <a:off x="5288735" y="1861569"/>
              <a:ext cx="29666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68" y="2787"/>
                    <a:pt x="2787" y="2168"/>
                    <a:pt x="2787" y="1394"/>
                  </a:cubicBezTo>
                  <a:cubicBezTo>
                    <a:pt x="2787" y="620"/>
                    <a:pt x="2168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25" name="Google Shape;1407;p28">
              <a:extLst>
                <a:ext uri="{FF2B5EF4-FFF2-40B4-BE49-F238E27FC236}">
                  <a16:creationId xmlns:a16="http://schemas.microsoft.com/office/drawing/2014/main" id="{3ADBF97E-0A40-2376-D1F7-2F26EB1E329F}"/>
                </a:ext>
              </a:extLst>
            </p:cNvPr>
            <p:cNvSpPr/>
            <p:nvPr/>
          </p:nvSpPr>
          <p:spPr>
            <a:xfrm>
              <a:off x="6519371" y="1861569"/>
              <a:ext cx="29666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56" y="2787"/>
                    <a:pt x="2787" y="2168"/>
                    <a:pt x="2787" y="1394"/>
                  </a:cubicBezTo>
                  <a:cubicBezTo>
                    <a:pt x="2787" y="620"/>
                    <a:pt x="2156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26" name="Google Shape;1408;p28">
              <a:extLst>
                <a:ext uri="{FF2B5EF4-FFF2-40B4-BE49-F238E27FC236}">
                  <a16:creationId xmlns:a16="http://schemas.microsoft.com/office/drawing/2014/main" id="{B3B287C1-87AE-7C72-A239-1F9994938152}"/>
                </a:ext>
              </a:extLst>
            </p:cNvPr>
            <p:cNvSpPr/>
            <p:nvPr/>
          </p:nvSpPr>
          <p:spPr>
            <a:xfrm>
              <a:off x="5288736" y="1641871"/>
              <a:ext cx="1260259" cy="182426"/>
            </a:xfrm>
            <a:custGeom>
              <a:avLst/>
              <a:gdLst/>
              <a:ahLst/>
              <a:cxnLst/>
              <a:rect l="l" t="t" r="r" b="b"/>
              <a:pathLst>
                <a:path w="118397" h="14039" extrusionOk="0">
                  <a:moveTo>
                    <a:pt x="17741" y="1"/>
                  </a:moveTo>
                  <a:cubicBezTo>
                    <a:pt x="9133" y="1"/>
                    <a:pt x="1906" y="6002"/>
                    <a:pt x="1" y="14038"/>
                  </a:cubicBezTo>
                  <a:lnTo>
                    <a:pt x="2680" y="14038"/>
                  </a:lnTo>
                  <a:cubicBezTo>
                    <a:pt x="4513" y="7454"/>
                    <a:pt x="10574" y="2596"/>
                    <a:pt x="17741" y="2596"/>
                  </a:cubicBezTo>
                  <a:lnTo>
                    <a:pt x="100656" y="2596"/>
                  </a:lnTo>
                  <a:cubicBezTo>
                    <a:pt x="107824" y="2596"/>
                    <a:pt x="113872" y="7454"/>
                    <a:pt x="115718" y="14038"/>
                  </a:cubicBezTo>
                  <a:lnTo>
                    <a:pt x="118397" y="14038"/>
                  </a:lnTo>
                  <a:cubicBezTo>
                    <a:pt x="116492" y="6002"/>
                    <a:pt x="109264" y="1"/>
                    <a:pt x="1006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Syne" pitchFamily="2" charset="0"/>
              </a:endParaRPr>
            </a:p>
          </p:txBody>
        </p:sp>
        <p:sp>
          <p:nvSpPr>
            <p:cNvPr id="27" name="Google Shape;1409;p28">
              <a:extLst>
                <a:ext uri="{FF2B5EF4-FFF2-40B4-BE49-F238E27FC236}">
                  <a16:creationId xmlns:a16="http://schemas.microsoft.com/office/drawing/2014/main" id="{23F350C6-964B-3A16-A8D6-D8C646327D81}"/>
                </a:ext>
              </a:extLst>
            </p:cNvPr>
            <p:cNvSpPr/>
            <p:nvPr/>
          </p:nvSpPr>
          <p:spPr>
            <a:xfrm>
              <a:off x="5288735" y="1933364"/>
              <a:ext cx="1260258" cy="182413"/>
            </a:xfrm>
            <a:custGeom>
              <a:avLst/>
              <a:gdLst/>
              <a:ahLst/>
              <a:cxnLst/>
              <a:rect l="l" t="t" r="r" b="b"/>
              <a:pathLst>
                <a:path w="118397" h="14038" extrusionOk="0">
                  <a:moveTo>
                    <a:pt x="1" y="0"/>
                  </a:moveTo>
                  <a:cubicBezTo>
                    <a:pt x="1906" y="8037"/>
                    <a:pt x="9133" y="14038"/>
                    <a:pt x="17741" y="14038"/>
                  </a:cubicBezTo>
                  <a:lnTo>
                    <a:pt x="100656" y="14038"/>
                  </a:lnTo>
                  <a:cubicBezTo>
                    <a:pt x="109264" y="14038"/>
                    <a:pt x="116492" y="8037"/>
                    <a:pt x="118397" y="0"/>
                  </a:cubicBezTo>
                  <a:lnTo>
                    <a:pt x="115718" y="0"/>
                  </a:lnTo>
                  <a:cubicBezTo>
                    <a:pt x="113872" y="6596"/>
                    <a:pt x="107824" y="11442"/>
                    <a:pt x="100656" y="11442"/>
                  </a:cubicBezTo>
                  <a:lnTo>
                    <a:pt x="17741" y="11442"/>
                  </a:lnTo>
                  <a:cubicBezTo>
                    <a:pt x="10574" y="11442"/>
                    <a:pt x="4513" y="6596"/>
                    <a:pt x="26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</p:grpSp>
      <p:sp>
        <p:nvSpPr>
          <p:cNvPr id="28" name="Freeform 6">
            <a:extLst>
              <a:ext uri="{FF2B5EF4-FFF2-40B4-BE49-F238E27FC236}">
                <a16:creationId xmlns:a16="http://schemas.microsoft.com/office/drawing/2014/main" id="{F3B82AA4-838F-8185-FADE-C1F599FCAD74}"/>
              </a:ext>
            </a:extLst>
          </p:cNvPr>
          <p:cNvSpPr/>
          <p:nvPr/>
        </p:nvSpPr>
        <p:spPr>
          <a:xfrm rot="-5400000" flipH="1">
            <a:off x="5501297" y="730882"/>
            <a:ext cx="1125390" cy="7675146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7FE689C-AFB4-9F90-015A-5D200BAF74B8}"/>
              </a:ext>
            </a:extLst>
          </p:cNvPr>
          <p:cNvGrpSpPr/>
          <p:nvPr/>
        </p:nvGrpSpPr>
        <p:grpSpPr>
          <a:xfrm>
            <a:off x="4792858" y="5216435"/>
            <a:ext cx="2719608" cy="780042"/>
            <a:chOff x="5154234" y="4614131"/>
            <a:chExt cx="1996855" cy="473906"/>
          </a:xfrm>
        </p:grpSpPr>
        <p:sp>
          <p:nvSpPr>
            <p:cNvPr id="30" name="Google Shape;1405;p28">
              <a:extLst>
                <a:ext uri="{FF2B5EF4-FFF2-40B4-BE49-F238E27FC236}">
                  <a16:creationId xmlns:a16="http://schemas.microsoft.com/office/drawing/2014/main" id="{4E0D5B6F-2882-A444-9C04-7C9FD96CA8A6}"/>
                </a:ext>
              </a:extLst>
            </p:cNvPr>
            <p:cNvSpPr/>
            <p:nvPr/>
          </p:nvSpPr>
          <p:spPr>
            <a:xfrm>
              <a:off x="5240790" y="4688083"/>
              <a:ext cx="1823682" cy="327701"/>
            </a:xfrm>
            <a:custGeom>
              <a:avLst/>
              <a:gdLst/>
              <a:ahLst/>
              <a:cxnLst/>
              <a:rect l="l" t="t" r="r" b="b"/>
              <a:pathLst>
                <a:path w="108133" h="25219" extrusionOk="0">
                  <a:moveTo>
                    <a:pt x="12609" y="1"/>
                  </a:moveTo>
                  <a:cubicBezTo>
                    <a:pt x="5644" y="1"/>
                    <a:pt x="0" y="5645"/>
                    <a:pt x="0" y="12610"/>
                  </a:cubicBezTo>
                  <a:cubicBezTo>
                    <a:pt x="0" y="19575"/>
                    <a:pt x="5644" y="25218"/>
                    <a:pt x="12609" y="25218"/>
                  </a:cubicBezTo>
                  <a:lnTo>
                    <a:pt x="95524" y="25218"/>
                  </a:lnTo>
                  <a:cubicBezTo>
                    <a:pt x="102489" y="25218"/>
                    <a:pt x="108133" y="19575"/>
                    <a:pt x="108133" y="12610"/>
                  </a:cubicBezTo>
                  <a:cubicBezTo>
                    <a:pt x="108133" y="5645"/>
                    <a:pt x="102489" y="1"/>
                    <a:pt x="95524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400" dirty="0">
                  <a:latin typeface="Syne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HTML Elements</a:t>
              </a:r>
              <a:endParaRPr sz="1400" dirty="0">
                <a:latin typeface="Syne" pitchFamily="2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" name="Google Shape;1406;p28">
              <a:extLst>
                <a:ext uri="{FF2B5EF4-FFF2-40B4-BE49-F238E27FC236}">
                  <a16:creationId xmlns:a16="http://schemas.microsoft.com/office/drawing/2014/main" id="{5F45A93C-4A2D-2AF7-188D-CEABF541A674}"/>
                </a:ext>
              </a:extLst>
            </p:cNvPr>
            <p:cNvSpPr/>
            <p:nvPr/>
          </p:nvSpPr>
          <p:spPr>
            <a:xfrm>
              <a:off x="5154234" y="4833829"/>
              <a:ext cx="47003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68" y="2787"/>
                    <a:pt x="2787" y="2168"/>
                    <a:pt x="2787" y="1394"/>
                  </a:cubicBezTo>
                  <a:cubicBezTo>
                    <a:pt x="2787" y="620"/>
                    <a:pt x="2168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32" name="Google Shape;1407;p28">
              <a:extLst>
                <a:ext uri="{FF2B5EF4-FFF2-40B4-BE49-F238E27FC236}">
                  <a16:creationId xmlns:a16="http://schemas.microsoft.com/office/drawing/2014/main" id="{AE0B5DDF-8528-7DE6-CD84-5EA88C0550DA}"/>
                </a:ext>
              </a:extLst>
            </p:cNvPr>
            <p:cNvSpPr/>
            <p:nvPr/>
          </p:nvSpPr>
          <p:spPr>
            <a:xfrm>
              <a:off x="7104086" y="4833829"/>
              <a:ext cx="47003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56" y="2787"/>
                    <a:pt x="2787" y="2168"/>
                    <a:pt x="2787" y="1394"/>
                  </a:cubicBezTo>
                  <a:cubicBezTo>
                    <a:pt x="2787" y="620"/>
                    <a:pt x="2156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33" name="Google Shape;1408;p28">
              <a:extLst>
                <a:ext uri="{FF2B5EF4-FFF2-40B4-BE49-F238E27FC236}">
                  <a16:creationId xmlns:a16="http://schemas.microsoft.com/office/drawing/2014/main" id="{D941A356-6228-552C-74F9-5400C7C9ABFE}"/>
                </a:ext>
              </a:extLst>
            </p:cNvPr>
            <p:cNvSpPr/>
            <p:nvPr/>
          </p:nvSpPr>
          <p:spPr>
            <a:xfrm>
              <a:off x="5154236" y="4614131"/>
              <a:ext cx="1996787" cy="182426"/>
            </a:xfrm>
            <a:custGeom>
              <a:avLst/>
              <a:gdLst/>
              <a:ahLst/>
              <a:cxnLst/>
              <a:rect l="l" t="t" r="r" b="b"/>
              <a:pathLst>
                <a:path w="118397" h="14039" extrusionOk="0">
                  <a:moveTo>
                    <a:pt x="17741" y="1"/>
                  </a:moveTo>
                  <a:cubicBezTo>
                    <a:pt x="9133" y="1"/>
                    <a:pt x="1906" y="6002"/>
                    <a:pt x="1" y="14038"/>
                  </a:cubicBezTo>
                  <a:lnTo>
                    <a:pt x="2680" y="14038"/>
                  </a:lnTo>
                  <a:cubicBezTo>
                    <a:pt x="4513" y="7454"/>
                    <a:pt x="10574" y="2596"/>
                    <a:pt x="17741" y="2596"/>
                  </a:cubicBezTo>
                  <a:lnTo>
                    <a:pt x="100656" y="2596"/>
                  </a:lnTo>
                  <a:cubicBezTo>
                    <a:pt x="107824" y="2596"/>
                    <a:pt x="113872" y="7454"/>
                    <a:pt x="115718" y="14038"/>
                  </a:cubicBezTo>
                  <a:lnTo>
                    <a:pt x="118397" y="14038"/>
                  </a:lnTo>
                  <a:cubicBezTo>
                    <a:pt x="116492" y="6002"/>
                    <a:pt x="109264" y="1"/>
                    <a:pt x="1006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Syne" pitchFamily="2" charset="0"/>
              </a:endParaRPr>
            </a:p>
          </p:txBody>
        </p:sp>
        <p:sp>
          <p:nvSpPr>
            <p:cNvPr id="34" name="Google Shape;1409;p28">
              <a:extLst>
                <a:ext uri="{FF2B5EF4-FFF2-40B4-BE49-F238E27FC236}">
                  <a16:creationId xmlns:a16="http://schemas.microsoft.com/office/drawing/2014/main" id="{AA7A917F-DA2E-02FA-CC36-90A77F8C1240}"/>
                </a:ext>
              </a:extLst>
            </p:cNvPr>
            <p:cNvSpPr/>
            <p:nvPr/>
          </p:nvSpPr>
          <p:spPr>
            <a:xfrm>
              <a:off x="5154234" y="4905624"/>
              <a:ext cx="1996786" cy="182413"/>
            </a:xfrm>
            <a:custGeom>
              <a:avLst/>
              <a:gdLst/>
              <a:ahLst/>
              <a:cxnLst/>
              <a:rect l="l" t="t" r="r" b="b"/>
              <a:pathLst>
                <a:path w="118397" h="14038" extrusionOk="0">
                  <a:moveTo>
                    <a:pt x="1" y="0"/>
                  </a:moveTo>
                  <a:cubicBezTo>
                    <a:pt x="1906" y="8037"/>
                    <a:pt x="9133" y="14038"/>
                    <a:pt x="17741" y="14038"/>
                  </a:cubicBezTo>
                  <a:lnTo>
                    <a:pt x="100656" y="14038"/>
                  </a:lnTo>
                  <a:cubicBezTo>
                    <a:pt x="109264" y="14038"/>
                    <a:pt x="116492" y="8037"/>
                    <a:pt x="118397" y="0"/>
                  </a:cubicBezTo>
                  <a:lnTo>
                    <a:pt x="115718" y="0"/>
                  </a:lnTo>
                  <a:cubicBezTo>
                    <a:pt x="113872" y="6596"/>
                    <a:pt x="107824" y="11442"/>
                    <a:pt x="100656" y="11442"/>
                  </a:cubicBezTo>
                  <a:lnTo>
                    <a:pt x="17741" y="11442"/>
                  </a:lnTo>
                  <a:cubicBezTo>
                    <a:pt x="10574" y="11442"/>
                    <a:pt x="4513" y="6596"/>
                    <a:pt x="26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</p:grpSp>
      <p:sp>
        <p:nvSpPr>
          <p:cNvPr id="3" name="Google Shape;457;p31">
            <a:extLst>
              <a:ext uri="{FF2B5EF4-FFF2-40B4-BE49-F238E27FC236}">
                <a16:creationId xmlns:a16="http://schemas.microsoft.com/office/drawing/2014/main" id="{CE1940FF-EABB-9A46-A246-812CC12F07AC}"/>
              </a:ext>
            </a:extLst>
          </p:cNvPr>
          <p:cNvSpPr txBox="1">
            <a:spLocks/>
          </p:cNvSpPr>
          <p:nvPr/>
        </p:nvSpPr>
        <p:spPr>
          <a:xfrm>
            <a:off x="1868135" y="3406230"/>
            <a:ext cx="8206775" cy="125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 algn="ctr">
              <a:spcAft>
                <a:spcPts val="2100"/>
              </a:spcAft>
              <a:buFont typeface="Roboto Mono"/>
              <a:buNone/>
            </a:pPr>
            <a:r>
              <a:rPr lang="en-US" sz="4400" b="1" dirty="0">
                <a:solidFill>
                  <a:schemeClr val="accent5"/>
                </a:solidFill>
                <a:latin typeface="Mont Heavy DEMO" panose="00000A00000000000000" pitchFamily="50" charset="0"/>
              </a:rPr>
              <a:t> Best HTML Course </a:t>
            </a:r>
          </a:p>
        </p:txBody>
      </p:sp>
      <p:sp>
        <p:nvSpPr>
          <p:cNvPr id="18" name="Google Shape;457;p31">
            <a:extLst>
              <a:ext uri="{FF2B5EF4-FFF2-40B4-BE49-F238E27FC236}">
                <a16:creationId xmlns:a16="http://schemas.microsoft.com/office/drawing/2014/main" id="{9C41A641-0104-5A16-8275-577AC1208DB4}"/>
              </a:ext>
            </a:extLst>
          </p:cNvPr>
          <p:cNvSpPr txBox="1">
            <a:spLocks/>
          </p:cNvSpPr>
          <p:nvPr/>
        </p:nvSpPr>
        <p:spPr>
          <a:xfrm>
            <a:off x="8847732" y="3275794"/>
            <a:ext cx="2896822" cy="125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>
              <a:spcAft>
                <a:spcPts val="2100"/>
              </a:spcAft>
              <a:buFont typeface="Roboto Mono"/>
              <a:buNone/>
            </a:pPr>
            <a:r>
              <a:rPr lang="en-US" sz="4400" b="1" dirty="0">
                <a:solidFill>
                  <a:srgbClr val="002060"/>
                </a:solidFill>
                <a:latin typeface="Syne" pitchFamily="2" charset="0"/>
              </a:rPr>
              <a:t>&lt;/</a:t>
            </a:r>
            <a:r>
              <a:rPr lang="en-US" sz="4400" b="1" dirty="0">
                <a:solidFill>
                  <a:srgbClr val="002060"/>
                </a:solidFill>
                <a:latin typeface="Mont Heavy DEMO" panose="00000A00000000000000" pitchFamily="50" charset="0"/>
              </a:rPr>
              <a:t>h1</a:t>
            </a:r>
            <a:r>
              <a:rPr lang="en-US" sz="4400" b="1" dirty="0">
                <a:solidFill>
                  <a:srgbClr val="002060"/>
                </a:solidFill>
                <a:latin typeface="Syne" pitchFamily="2" charset="0"/>
              </a:rPr>
              <a:t>&gt;</a:t>
            </a:r>
          </a:p>
        </p:txBody>
      </p:sp>
      <p:sp>
        <p:nvSpPr>
          <p:cNvPr id="44" name="Google Shape;459;p31">
            <a:extLst>
              <a:ext uri="{FF2B5EF4-FFF2-40B4-BE49-F238E27FC236}">
                <a16:creationId xmlns:a16="http://schemas.microsoft.com/office/drawing/2014/main" id="{9B1073E8-7591-AD7D-1102-DEEC3011AF2F}"/>
              </a:ext>
            </a:extLst>
          </p:cNvPr>
          <p:cNvSpPr/>
          <p:nvPr/>
        </p:nvSpPr>
        <p:spPr>
          <a:xfrm>
            <a:off x="1165416" y="162487"/>
            <a:ext cx="1255756" cy="84189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i="0" dirty="0">
                <a:ln>
                  <a:noFill/>
                </a:ln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01</a:t>
            </a:r>
          </a:p>
        </p:txBody>
      </p:sp>
      <p:sp>
        <p:nvSpPr>
          <p:cNvPr id="49" name="Google Shape;457;p31">
            <a:extLst>
              <a:ext uri="{FF2B5EF4-FFF2-40B4-BE49-F238E27FC236}">
                <a16:creationId xmlns:a16="http://schemas.microsoft.com/office/drawing/2014/main" id="{62A302A5-1316-C708-B376-F8B0A9727FC1}"/>
              </a:ext>
            </a:extLst>
          </p:cNvPr>
          <p:cNvSpPr txBox="1">
            <a:spLocks/>
          </p:cNvSpPr>
          <p:nvPr/>
        </p:nvSpPr>
        <p:spPr>
          <a:xfrm>
            <a:off x="1605440" y="3325489"/>
            <a:ext cx="2896822" cy="125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>
              <a:spcAft>
                <a:spcPts val="2100"/>
              </a:spcAft>
              <a:buFont typeface="Roboto Mono"/>
              <a:buNone/>
            </a:pPr>
            <a:r>
              <a:rPr lang="en-US" sz="4400" b="1" dirty="0">
                <a:solidFill>
                  <a:srgbClr val="002060"/>
                </a:solidFill>
                <a:latin typeface="Syne" pitchFamily="2" charset="0"/>
              </a:rPr>
              <a:t>&lt;</a:t>
            </a:r>
            <a:r>
              <a:rPr lang="en-US" sz="4400" b="1" dirty="0">
                <a:solidFill>
                  <a:srgbClr val="002060"/>
                </a:solidFill>
                <a:latin typeface="Mont Heavy DEMO" panose="00000A00000000000000" pitchFamily="50" charset="0"/>
              </a:rPr>
              <a:t>h1</a:t>
            </a:r>
            <a:r>
              <a:rPr lang="en-US" sz="4400" b="1" dirty="0">
                <a:solidFill>
                  <a:srgbClr val="002060"/>
                </a:solidFill>
                <a:latin typeface="Syne" pitchFamily="2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58515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8" grpId="0" animBg="1"/>
      <p:bldP spid="3" grpId="0"/>
      <p:bldP spid="18" grpId="0"/>
      <p:bldP spid="44" grpId="0"/>
      <p:bldP spid="4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1"/>
          <p:cNvSpPr/>
          <p:nvPr/>
        </p:nvSpPr>
        <p:spPr>
          <a:xfrm>
            <a:off x="1165416" y="162487"/>
            <a:ext cx="1255756" cy="84189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lang="en-US" b="1" i="0" dirty="0">
              <a:ln>
                <a:noFill/>
              </a:ln>
              <a:solidFill>
                <a:srgbClr val="1F3240"/>
              </a:solidFill>
              <a:latin typeface="Mont Heavy DEMO" panose="00000A00000000000000" pitchFamily="50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  <p:sp>
        <p:nvSpPr>
          <p:cNvPr id="2" name="Google Shape;411;p25">
            <a:extLst>
              <a:ext uri="{FF2B5EF4-FFF2-40B4-BE49-F238E27FC236}">
                <a16:creationId xmlns:a16="http://schemas.microsoft.com/office/drawing/2014/main" id="{C47BDCE9-8EDF-0F9F-EBC7-839DD16F1061}"/>
              </a:ext>
            </a:extLst>
          </p:cNvPr>
          <p:cNvSpPr txBox="1">
            <a:spLocks/>
          </p:cNvSpPr>
          <p:nvPr/>
        </p:nvSpPr>
        <p:spPr>
          <a:xfrm>
            <a:off x="2728438" y="165948"/>
            <a:ext cx="7071545" cy="94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6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US" sz="4500" dirty="0">
                <a:solidFill>
                  <a:srgbClr val="FFC00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We need a Code Editor</a:t>
            </a:r>
          </a:p>
        </p:txBody>
      </p:sp>
      <p:pic>
        <p:nvPicPr>
          <p:cNvPr id="36" name="Picture 35" descr="A person sitting at a desk working on a computer&#10;&#10;Description automatically generated">
            <a:extLst>
              <a:ext uri="{FF2B5EF4-FFF2-40B4-BE49-F238E27FC236}">
                <a16:creationId xmlns:a16="http://schemas.microsoft.com/office/drawing/2014/main" id="{CBF19CFC-EE34-9EDA-BC12-4E001BE3F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6297" y="1340572"/>
            <a:ext cx="9262850" cy="52103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7" name="Graphic 36" descr="Line arrow: Clockwise curve with solid fill">
            <a:extLst>
              <a:ext uri="{FF2B5EF4-FFF2-40B4-BE49-F238E27FC236}">
                <a16:creationId xmlns:a16="http://schemas.microsoft.com/office/drawing/2014/main" id="{6AF0F474-D56A-72DF-7AB4-B48CB0F51E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4055271" flipV="1">
            <a:off x="4532953" y="2375070"/>
            <a:ext cx="1385295" cy="1773036"/>
          </a:xfrm>
          <a:prstGeom prst="rect">
            <a:avLst/>
          </a:prstGeom>
        </p:spPr>
      </p:pic>
      <p:pic>
        <p:nvPicPr>
          <p:cNvPr id="39" name="Picture 38" descr="A screenshot of a computer&#10;&#10;Description automatically generated">
            <a:extLst>
              <a:ext uri="{FF2B5EF4-FFF2-40B4-BE49-F238E27FC236}">
                <a16:creationId xmlns:a16="http://schemas.microsoft.com/office/drawing/2014/main" id="{5982C735-3B0E-63C2-ABFE-6F8992B092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2463" y="1112638"/>
            <a:ext cx="5094549" cy="28656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3631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CDEBD9-9E69-F8A0-2A87-C4B37D59A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TIPS</a:t>
            </a:r>
            <a:endParaRPr lang="en-IN" dirty="0"/>
          </a:p>
        </p:txBody>
      </p:sp>
      <p:pic>
        <p:nvPicPr>
          <p:cNvPr id="6" name="Picture 5" descr="A person and person looking at a board&#10;&#10;Description automatically generated">
            <a:extLst>
              <a:ext uri="{FF2B5EF4-FFF2-40B4-BE49-F238E27FC236}">
                <a16:creationId xmlns:a16="http://schemas.microsoft.com/office/drawing/2014/main" id="{33A82999-83BE-DF23-2B24-709430CF2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035" y="-362972"/>
            <a:ext cx="5465785" cy="307450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24E375-C67B-272D-F893-2A58E660A9A0}"/>
              </a:ext>
            </a:extLst>
          </p:cNvPr>
          <p:cNvSpPr/>
          <p:nvPr/>
        </p:nvSpPr>
        <p:spPr>
          <a:xfrm>
            <a:off x="711717" y="2212322"/>
            <a:ext cx="10768567" cy="3944115"/>
          </a:xfrm>
          <a:prstGeom prst="roundRect">
            <a:avLst>
              <a:gd name="adj" fmla="val 530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52000" bIns="252000" rtlCol="0" anchor="ctr" anchorCtr="1">
            <a:spAutoFit/>
          </a:bodyPr>
          <a:lstStyle/>
          <a:p>
            <a:r>
              <a:rPr lang="en-US" sz="2800" spc="70" dirty="0">
                <a:solidFill>
                  <a:schemeClr val="accent3"/>
                </a:solidFill>
                <a:latin typeface="Syne" pitchFamily="2" charset="0"/>
              </a:rPr>
              <a:t>&lt;p&gt; </a:t>
            </a:r>
            <a:r>
              <a:rPr lang="en-US" sz="2800" spc="70" dirty="0">
                <a:solidFill>
                  <a:schemeClr val="tx1"/>
                </a:solidFill>
                <a:latin typeface="Syne" pitchFamily="2" charset="0"/>
              </a:rPr>
              <a:t>The File extension must be </a:t>
            </a:r>
            <a:r>
              <a:rPr lang="en-US" sz="2800" spc="70" dirty="0">
                <a:solidFill>
                  <a:srgbClr val="BA94E9"/>
                </a:solidFill>
                <a:latin typeface="Syne" pitchFamily="2" charset="0"/>
              </a:rPr>
              <a:t>.html or .</a:t>
            </a:r>
            <a:r>
              <a:rPr lang="en-US" sz="2800" spc="70" dirty="0" err="1">
                <a:solidFill>
                  <a:srgbClr val="BA94E9"/>
                </a:solidFill>
                <a:latin typeface="Syne" pitchFamily="2" charset="0"/>
              </a:rPr>
              <a:t>htm</a:t>
            </a:r>
            <a:r>
              <a:rPr lang="en-US" sz="2800" spc="70" dirty="0">
                <a:solidFill>
                  <a:srgbClr val="BA94E9"/>
                </a:solidFill>
                <a:latin typeface="Syne" pitchFamily="2" charset="0"/>
              </a:rPr>
              <a:t> </a:t>
            </a:r>
            <a:r>
              <a:rPr lang="en-US" sz="2800" spc="70" dirty="0">
                <a:solidFill>
                  <a:schemeClr val="accent3"/>
                </a:solidFill>
                <a:latin typeface="Syne" pitchFamily="2" charset="0"/>
              </a:rPr>
              <a:t>&lt;/p&gt;</a:t>
            </a:r>
          </a:p>
          <a:p>
            <a:endParaRPr lang="en-US" sz="2800" dirty="0">
              <a:solidFill>
                <a:schemeClr val="accent3"/>
              </a:solidFill>
              <a:latin typeface="Syne" pitchFamily="2" charset="0"/>
            </a:endParaRPr>
          </a:p>
          <a:p>
            <a:endParaRPr lang="en-US" sz="2800" dirty="0">
              <a:solidFill>
                <a:schemeClr val="accent3"/>
              </a:solidFill>
              <a:latin typeface="Syne" pitchFamily="2" charset="0"/>
            </a:endParaRPr>
          </a:p>
          <a:p>
            <a:pPr marL="0" indent="0">
              <a:buFont typeface="Roboto Mono"/>
              <a:buNone/>
            </a:pPr>
            <a:r>
              <a:rPr lang="en-US" sz="2800" spc="70" dirty="0">
                <a:solidFill>
                  <a:schemeClr val="accent3"/>
                </a:solidFill>
                <a:latin typeface="Syne" pitchFamily="2" charset="0"/>
              </a:rPr>
              <a:t>&lt;p&gt; </a:t>
            </a:r>
            <a:r>
              <a:rPr lang="en-US" sz="2800" spc="70" dirty="0">
                <a:solidFill>
                  <a:srgbClr val="BA94E9"/>
                </a:solidFill>
                <a:latin typeface="Syne" pitchFamily="2" charset="0"/>
              </a:rPr>
              <a:t>MS-DOS and Windows 3.1</a:t>
            </a:r>
            <a:r>
              <a:rPr lang="en-US" sz="2800" spc="70" dirty="0">
                <a:latin typeface="Syne" pitchFamily="2" charset="0"/>
              </a:rPr>
              <a:t>, </a:t>
            </a:r>
          </a:p>
          <a:p>
            <a:pPr marL="0" indent="0">
              <a:buFont typeface="Roboto Mono"/>
              <a:buNone/>
            </a:pPr>
            <a:r>
              <a:rPr lang="en-US" sz="2800" spc="70" dirty="0">
                <a:solidFill>
                  <a:schemeClr val="tx1"/>
                </a:solidFill>
                <a:latin typeface="Syne" pitchFamily="2" charset="0"/>
              </a:rPr>
              <a:t>had limitations on the number of characters in a filename</a:t>
            </a:r>
            <a:r>
              <a:rPr lang="en-US" sz="2800" spc="70" dirty="0">
                <a:latin typeface="Syne" pitchFamily="2" charset="0"/>
              </a:rPr>
              <a:t>. </a:t>
            </a:r>
            <a:r>
              <a:rPr lang="en-US" sz="2800" spc="70" dirty="0">
                <a:solidFill>
                  <a:schemeClr val="accent3"/>
                </a:solidFill>
                <a:latin typeface="Syne" pitchFamily="2" charset="0"/>
              </a:rPr>
              <a:t>&lt;/p&gt;</a:t>
            </a:r>
          </a:p>
          <a:p>
            <a:pPr marL="0" indent="0">
              <a:buFont typeface="Roboto Mono"/>
              <a:buNone/>
            </a:pPr>
            <a:endParaRPr lang="en-US" sz="2800" dirty="0">
              <a:solidFill>
                <a:schemeClr val="accent3"/>
              </a:solidFill>
              <a:latin typeface="Syne" pitchFamily="2" charset="0"/>
            </a:endParaRPr>
          </a:p>
          <a:p>
            <a:pPr marL="0" indent="0">
              <a:buFont typeface="Roboto Mono"/>
              <a:buNone/>
            </a:pPr>
            <a:endParaRPr lang="en-US" sz="2800" dirty="0">
              <a:latin typeface="Syne" pitchFamily="2" charset="0"/>
            </a:endParaRPr>
          </a:p>
          <a:p>
            <a:pPr algn="ctr"/>
            <a:r>
              <a:rPr lang="en-US" sz="200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.EXE .TXT .DOC .BAT .COM .ZIP   </a:t>
            </a:r>
            <a:endParaRPr lang="en-US" sz="2000" dirty="0">
              <a:latin typeface="Syne" pitchFamily="2" charset="0"/>
              <a:ea typeface="Roboto Mono" panose="00000009000000000000" pitchFamily="49" charset="0"/>
            </a:endParaRPr>
          </a:p>
        </p:txBody>
      </p:sp>
      <p:sp>
        <p:nvSpPr>
          <p:cNvPr id="14" name="Google Shape;412;p25">
            <a:extLst>
              <a:ext uri="{FF2B5EF4-FFF2-40B4-BE49-F238E27FC236}">
                <a16:creationId xmlns:a16="http://schemas.microsoft.com/office/drawing/2014/main" id="{524307FA-9145-AAEA-F6D1-097F0A11B762}"/>
              </a:ext>
            </a:extLst>
          </p:cNvPr>
          <p:cNvSpPr/>
          <p:nvPr/>
        </p:nvSpPr>
        <p:spPr>
          <a:xfrm>
            <a:off x="1164625" y="227590"/>
            <a:ext cx="1324814" cy="94669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0</a:t>
            </a:r>
            <a:r>
              <a:rPr lang="en-IN" b="1" i="0" dirty="0">
                <a:ln>
                  <a:noFill/>
                </a:ln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1</a:t>
            </a:r>
            <a:endParaRPr b="1" i="0" dirty="0">
              <a:ln>
                <a:noFill/>
              </a:ln>
              <a:solidFill>
                <a:schemeClr val="tx1"/>
              </a:solidFill>
              <a:latin typeface="Mont Heavy DEMO" panose="00000A00000000000000" pitchFamily="50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>
          <a:extLst>
            <a:ext uri="{FF2B5EF4-FFF2-40B4-BE49-F238E27FC236}">
              <a16:creationId xmlns:a16="http://schemas.microsoft.com/office/drawing/2014/main" id="{1BA61129-16F4-D056-625B-C322EC8C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DC6D50-D643-5012-0941-FF072D172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TIPS</a:t>
            </a:r>
            <a:endParaRPr lang="en-IN" dirty="0"/>
          </a:p>
        </p:txBody>
      </p:sp>
      <p:pic>
        <p:nvPicPr>
          <p:cNvPr id="6" name="Picture 5" descr="A person and person looking at a board&#10;&#10;Description automatically generated">
            <a:extLst>
              <a:ext uri="{FF2B5EF4-FFF2-40B4-BE49-F238E27FC236}">
                <a16:creationId xmlns:a16="http://schemas.microsoft.com/office/drawing/2014/main" id="{59C10F05-1D0F-3348-AC88-A1DCD6872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035" y="-362972"/>
            <a:ext cx="5465785" cy="307450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1EBF83E-000C-3CE2-210F-C0FD0DB2450A}"/>
              </a:ext>
            </a:extLst>
          </p:cNvPr>
          <p:cNvSpPr/>
          <p:nvPr/>
        </p:nvSpPr>
        <p:spPr>
          <a:xfrm>
            <a:off x="1020418" y="2647164"/>
            <a:ext cx="10151166" cy="3074440"/>
          </a:xfrm>
          <a:prstGeom prst="roundRect">
            <a:avLst>
              <a:gd name="adj" fmla="val 530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08000" bIns="252000" rtlCol="0" anchor="ctr" anchorCtr="1">
            <a:normAutofit/>
          </a:bodyPr>
          <a:lstStyle/>
          <a:p>
            <a:pPr marL="0" indent="0">
              <a:lnSpc>
                <a:spcPct val="150000"/>
              </a:lnSpc>
              <a:buFont typeface="Roboto Mono"/>
              <a:buNone/>
            </a:pPr>
            <a:r>
              <a:rPr lang="en-US" sz="4000" spc="60" dirty="0">
                <a:solidFill>
                  <a:schemeClr val="accent3"/>
                </a:solidFill>
                <a:latin typeface="Syne" pitchFamily="2" charset="0"/>
              </a:rPr>
              <a:t>&lt;p&gt; </a:t>
            </a:r>
            <a:r>
              <a:rPr lang="en-US" sz="3600" spc="60" dirty="0">
                <a:solidFill>
                  <a:schemeClr val="bg2"/>
                </a:solidFill>
                <a:latin typeface="Syne" pitchFamily="2" charset="0"/>
              </a:rPr>
              <a:t>The file name must be the </a:t>
            </a:r>
            <a:r>
              <a:rPr lang="en-US" sz="3600" spc="60" dirty="0">
                <a:solidFill>
                  <a:srgbClr val="BA94E9"/>
                </a:solidFill>
                <a:latin typeface="Syne" pitchFamily="2" charset="0"/>
              </a:rPr>
              <a:t>index.html </a:t>
            </a:r>
          </a:p>
          <a:p>
            <a:pPr marL="0" indent="0">
              <a:lnSpc>
                <a:spcPct val="150000"/>
              </a:lnSpc>
              <a:buFont typeface="Roboto Mono"/>
              <a:buNone/>
            </a:pPr>
            <a:r>
              <a:rPr lang="en-US" sz="3600" spc="60" dirty="0">
                <a:solidFill>
                  <a:schemeClr val="bg2"/>
                </a:solidFill>
                <a:latin typeface="Syne" pitchFamily="2" charset="0"/>
              </a:rPr>
              <a:t>because it's a default path of our homepage </a:t>
            </a:r>
          </a:p>
          <a:p>
            <a:pPr marL="0" indent="0">
              <a:lnSpc>
                <a:spcPct val="150000"/>
              </a:lnSpc>
              <a:buFont typeface="Roboto Mono"/>
              <a:buNone/>
            </a:pPr>
            <a:r>
              <a:rPr lang="en-US" sz="3600" spc="60" dirty="0">
                <a:solidFill>
                  <a:schemeClr val="bg2"/>
                </a:solidFill>
                <a:latin typeface="Syne" pitchFamily="2" charset="0"/>
              </a:rPr>
              <a:t>or the root of our website. </a:t>
            </a:r>
            <a:r>
              <a:rPr lang="en-US" sz="4000" spc="60" dirty="0">
                <a:solidFill>
                  <a:schemeClr val="accent3"/>
                </a:solidFill>
                <a:latin typeface="Syne" pitchFamily="2" charset="0"/>
              </a:rPr>
              <a:t>&lt;/p&gt;</a:t>
            </a:r>
            <a:endParaRPr lang="en-US" sz="3600" spc="60" dirty="0">
              <a:latin typeface="Syne" pitchFamily="2" charset="0"/>
            </a:endParaRPr>
          </a:p>
        </p:txBody>
      </p:sp>
      <p:sp>
        <p:nvSpPr>
          <p:cNvPr id="2" name="Google Shape;412;p25">
            <a:extLst>
              <a:ext uri="{FF2B5EF4-FFF2-40B4-BE49-F238E27FC236}">
                <a16:creationId xmlns:a16="http://schemas.microsoft.com/office/drawing/2014/main" id="{84DF40B8-C3C8-1688-FB60-2327D92FE70D}"/>
              </a:ext>
            </a:extLst>
          </p:cNvPr>
          <p:cNvSpPr/>
          <p:nvPr/>
        </p:nvSpPr>
        <p:spPr>
          <a:xfrm>
            <a:off x="1164625" y="227590"/>
            <a:ext cx="1324814" cy="94669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0</a:t>
            </a:r>
            <a:r>
              <a:rPr lang="en-IN" b="1" dirty="0"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2</a:t>
            </a:r>
            <a:endParaRPr b="1" i="0" dirty="0">
              <a:ln>
                <a:noFill/>
              </a:ln>
              <a:solidFill>
                <a:schemeClr val="tx1"/>
              </a:solidFill>
              <a:latin typeface="Mont Heavy DEMO" panose="00000A00000000000000" pitchFamily="50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90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F9BC4F-5CA3-764C-B069-DFF9193AA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915" y="180991"/>
            <a:ext cx="11360700" cy="1030813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solidFill>
                  <a:schemeClr val="tx1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DOCUMENTS </a:t>
            </a:r>
            <a:r>
              <a:rPr lang="en-US" dirty="0">
                <a:solidFill>
                  <a:schemeClr val="tx1"/>
                </a:solidFill>
                <a:latin typeface="Syne" pitchFamily="2" charset="0"/>
                <a:ea typeface="Roboto Mono" panose="00000009000000000000" pitchFamily="49" charset="0"/>
                <a:cs typeface="Urbanist" panose="020B0A04040200000203" pitchFamily="34" charset="0"/>
              </a:rPr>
              <a:t>/</a:t>
            </a:r>
            <a:r>
              <a:rPr lang="en-US" dirty="0">
                <a:solidFill>
                  <a:schemeClr val="tx1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 STRUCTURE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Google Shape;499;p34">
            <a:extLst>
              <a:ext uri="{FF2B5EF4-FFF2-40B4-BE49-F238E27FC236}">
                <a16:creationId xmlns:a16="http://schemas.microsoft.com/office/drawing/2014/main" id="{BD623B0E-6FE0-BEE4-0444-8221902F5EC5}"/>
              </a:ext>
            </a:extLst>
          </p:cNvPr>
          <p:cNvSpPr txBox="1">
            <a:spLocks/>
          </p:cNvSpPr>
          <p:nvPr/>
        </p:nvSpPr>
        <p:spPr>
          <a:xfrm>
            <a:off x="1015319" y="1277450"/>
            <a:ext cx="4690019" cy="5280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>
              <a:lnSpc>
                <a:spcPct val="200000"/>
              </a:lnSpc>
              <a:buFont typeface="Roboto Mono"/>
              <a:buNone/>
            </a:pPr>
            <a:r>
              <a:rPr lang="en-US" dirty="0">
                <a:solidFill>
                  <a:srgbClr val="FF6D00"/>
                </a:solidFill>
                <a:latin typeface="Syne" pitchFamily="2" charset="0"/>
              </a:rPr>
              <a:t>&lt;</a:t>
            </a:r>
            <a:r>
              <a:rPr lang="en-US" dirty="0">
                <a:solidFill>
                  <a:srgbClr val="0070C0"/>
                </a:solidFill>
                <a:latin typeface="Syne" pitchFamily="2" charset="0"/>
              </a:rPr>
              <a:t>!DOCTYPE </a:t>
            </a:r>
            <a:r>
              <a:rPr lang="en-US" dirty="0">
                <a:solidFill>
                  <a:srgbClr val="FF6D00"/>
                </a:solidFill>
                <a:latin typeface="Syne" pitchFamily="2" charset="0"/>
              </a:rPr>
              <a:t>html&gt;</a:t>
            </a:r>
          </a:p>
          <a:p>
            <a:pPr marL="0" indent="0">
              <a:lnSpc>
                <a:spcPct val="200000"/>
              </a:lnSpc>
              <a:buFont typeface="Roboto Mono"/>
              <a:buNone/>
            </a:pPr>
            <a:r>
              <a:rPr lang="en-US" dirty="0">
                <a:solidFill>
                  <a:srgbClr val="FF6D00"/>
                </a:solidFill>
                <a:latin typeface="Syne" pitchFamily="2" charset="0"/>
              </a:rPr>
              <a:t>&lt;html&gt;</a:t>
            </a:r>
          </a:p>
          <a:p>
            <a:pPr marL="0" indent="0">
              <a:lnSpc>
                <a:spcPct val="200000"/>
              </a:lnSpc>
              <a:buFont typeface="Roboto Mono"/>
              <a:buNone/>
            </a:pPr>
            <a:r>
              <a:rPr lang="en-US" dirty="0">
                <a:solidFill>
                  <a:srgbClr val="FF6D00"/>
                </a:solidFill>
                <a:latin typeface="Syne" pitchFamily="2" charset="0"/>
              </a:rPr>
              <a:t>   &lt;head&gt;</a:t>
            </a:r>
          </a:p>
          <a:p>
            <a:pPr marL="0" indent="0">
              <a:lnSpc>
                <a:spcPct val="200000"/>
              </a:lnSpc>
              <a:buFont typeface="Roboto Mono"/>
              <a:buNone/>
            </a:pPr>
            <a:r>
              <a:rPr lang="en-US" dirty="0">
                <a:solidFill>
                  <a:srgbClr val="FF6D00"/>
                </a:solidFill>
                <a:latin typeface="Syne" pitchFamily="2" charset="0"/>
              </a:rPr>
              <a:t>      &lt;title&gt; Home page &lt;/title&gt;</a:t>
            </a:r>
          </a:p>
          <a:p>
            <a:pPr marL="0" indent="0">
              <a:lnSpc>
                <a:spcPct val="200000"/>
              </a:lnSpc>
              <a:buFont typeface="Roboto Mono"/>
              <a:buNone/>
            </a:pPr>
            <a:r>
              <a:rPr lang="en-US" dirty="0">
                <a:solidFill>
                  <a:srgbClr val="FF6D00"/>
                </a:solidFill>
                <a:latin typeface="Syne" pitchFamily="2" charset="0"/>
              </a:rPr>
              <a:t>   &lt;/head&gt;</a:t>
            </a:r>
          </a:p>
          <a:p>
            <a:pPr marL="0" indent="0">
              <a:lnSpc>
                <a:spcPct val="200000"/>
              </a:lnSpc>
              <a:buFont typeface="Roboto Mono"/>
              <a:buNone/>
            </a:pPr>
            <a:r>
              <a:rPr lang="en-US" dirty="0">
                <a:solidFill>
                  <a:srgbClr val="FF6D00"/>
                </a:solidFill>
                <a:latin typeface="Syne" pitchFamily="2" charset="0"/>
              </a:rPr>
              <a:t>   &lt;body&gt;</a:t>
            </a:r>
          </a:p>
          <a:p>
            <a:pPr marL="0" indent="0">
              <a:lnSpc>
                <a:spcPct val="200000"/>
              </a:lnSpc>
              <a:buFont typeface="Roboto Mono"/>
              <a:buNone/>
            </a:pPr>
            <a:r>
              <a:rPr lang="en-US" dirty="0">
                <a:solidFill>
                  <a:srgbClr val="FF6D00"/>
                </a:solidFill>
                <a:latin typeface="Syne" pitchFamily="2" charset="0"/>
              </a:rPr>
              <a:t>     &lt;h1&gt; Best HTML Course &lt;/hl&gt;</a:t>
            </a:r>
          </a:p>
          <a:p>
            <a:pPr marL="0" indent="0">
              <a:lnSpc>
                <a:spcPct val="200000"/>
              </a:lnSpc>
              <a:buFont typeface="Roboto Mono"/>
              <a:buNone/>
            </a:pPr>
            <a:r>
              <a:rPr lang="en-US" dirty="0">
                <a:solidFill>
                  <a:srgbClr val="FF6D00"/>
                </a:solidFill>
                <a:latin typeface="Syne" pitchFamily="2" charset="0"/>
              </a:rPr>
              <a:t>   &lt;/body&gt;</a:t>
            </a:r>
          </a:p>
          <a:p>
            <a:pPr marL="0" indent="0">
              <a:lnSpc>
                <a:spcPct val="200000"/>
              </a:lnSpc>
              <a:buFont typeface="Roboto Mono"/>
              <a:buNone/>
            </a:pPr>
            <a:r>
              <a:rPr lang="en-US" dirty="0">
                <a:solidFill>
                  <a:srgbClr val="FF6D00"/>
                </a:solidFill>
                <a:latin typeface="Syne" pitchFamily="2" charset="0"/>
              </a:rPr>
              <a:t>&lt;/html&gt;</a:t>
            </a:r>
          </a:p>
        </p:txBody>
      </p:sp>
      <p:grpSp>
        <p:nvGrpSpPr>
          <p:cNvPr id="11" name="Google Shape;2613;p40">
            <a:extLst>
              <a:ext uri="{FF2B5EF4-FFF2-40B4-BE49-F238E27FC236}">
                <a16:creationId xmlns:a16="http://schemas.microsoft.com/office/drawing/2014/main" id="{58E149CB-1CB1-58AA-FE95-333400CD3520}"/>
              </a:ext>
            </a:extLst>
          </p:cNvPr>
          <p:cNvGrpSpPr/>
          <p:nvPr/>
        </p:nvGrpSpPr>
        <p:grpSpPr>
          <a:xfrm>
            <a:off x="7075188" y="1518699"/>
            <a:ext cx="4293550" cy="662427"/>
            <a:chOff x="3890825" y="1255525"/>
            <a:chExt cx="1333825" cy="314375"/>
          </a:xfrm>
          <a:solidFill>
            <a:srgbClr val="6B196D"/>
          </a:solidFill>
        </p:grpSpPr>
        <p:sp>
          <p:nvSpPr>
            <p:cNvPr id="13" name="Google Shape;2614;p40">
              <a:extLst>
                <a:ext uri="{FF2B5EF4-FFF2-40B4-BE49-F238E27FC236}">
                  <a16:creationId xmlns:a16="http://schemas.microsoft.com/office/drawing/2014/main" id="{A21CB27B-133F-D762-0143-B0EB469A2BF9}"/>
                </a:ext>
              </a:extLst>
            </p:cNvPr>
            <p:cNvSpPr/>
            <p:nvPr/>
          </p:nvSpPr>
          <p:spPr>
            <a:xfrm>
              <a:off x="3890825" y="1296425"/>
              <a:ext cx="17875" cy="268200"/>
            </a:xfrm>
            <a:custGeom>
              <a:avLst/>
              <a:gdLst/>
              <a:ahLst/>
              <a:cxnLst/>
              <a:rect l="l" t="t" r="r" b="b"/>
              <a:pathLst>
                <a:path w="715" h="10728" extrusionOk="0">
                  <a:moveTo>
                    <a:pt x="358" y="0"/>
                  </a:moveTo>
                  <a:cubicBezTo>
                    <a:pt x="250" y="0"/>
                    <a:pt x="143" y="72"/>
                    <a:pt x="143" y="215"/>
                  </a:cubicBezTo>
                  <a:cubicBezTo>
                    <a:pt x="119" y="3620"/>
                    <a:pt x="0" y="7037"/>
                    <a:pt x="60" y="10442"/>
                  </a:cubicBezTo>
                  <a:cubicBezTo>
                    <a:pt x="66" y="10632"/>
                    <a:pt x="212" y="10728"/>
                    <a:pt x="358" y="10728"/>
                  </a:cubicBezTo>
                  <a:cubicBezTo>
                    <a:pt x="503" y="10728"/>
                    <a:pt x="649" y="10632"/>
                    <a:pt x="655" y="10442"/>
                  </a:cubicBezTo>
                  <a:cubicBezTo>
                    <a:pt x="715" y="7037"/>
                    <a:pt x="584" y="3620"/>
                    <a:pt x="572" y="215"/>
                  </a:cubicBezTo>
                  <a:cubicBezTo>
                    <a:pt x="572" y="72"/>
                    <a:pt x="465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2615;p40">
              <a:extLst>
                <a:ext uri="{FF2B5EF4-FFF2-40B4-BE49-F238E27FC236}">
                  <a16:creationId xmlns:a16="http://schemas.microsoft.com/office/drawing/2014/main" id="{28C5DE52-9D4A-C5AE-1FD8-72E4688E5F57}"/>
                </a:ext>
              </a:extLst>
            </p:cNvPr>
            <p:cNvSpPr/>
            <p:nvPr/>
          </p:nvSpPr>
          <p:spPr>
            <a:xfrm>
              <a:off x="3893500" y="1544750"/>
              <a:ext cx="1331150" cy="25150"/>
            </a:xfrm>
            <a:custGeom>
              <a:avLst/>
              <a:gdLst/>
              <a:ahLst/>
              <a:cxnLst/>
              <a:rect l="l" t="t" r="r" b="b"/>
              <a:pathLst>
                <a:path w="53246" h="1006" extrusionOk="0">
                  <a:moveTo>
                    <a:pt x="43362" y="1"/>
                  </a:moveTo>
                  <a:cubicBezTo>
                    <a:pt x="37779" y="1"/>
                    <a:pt x="32196" y="65"/>
                    <a:pt x="26623" y="80"/>
                  </a:cubicBezTo>
                  <a:cubicBezTo>
                    <a:pt x="17824" y="92"/>
                    <a:pt x="9037" y="152"/>
                    <a:pt x="251" y="307"/>
                  </a:cubicBezTo>
                  <a:cubicBezTo>
                    <a:pt x="1" y="318"/>
                    <a:pt x="1" y="699"/>
                    <a:pt x="251" y="699"/>
                  </a:cubicBezTo>
                  <a:cubicBezTo>
                    <a:pt x="8942" y="854"/>
                    <a:pt x="17634" y="914"/>
                    <a:pt x="26325" y="938"/>
                  </a:cubicBezTo>
                  <a:cubicBezTo>
                    <a:pt x="31923" y="945"/>
                    <a:pt x="37525" y="1006"/>
                    <a:pt x="43126" y="1006"/>
                  </a:cubicBezTo>
                  <a:cubicBezTo>
                    <a:pt x="46317" y="1006"/>
                    <a:pt x="49508" y="986"/>
                    <a:pt x="52698" y="926"/>
                  </a:cubicBezTo>
                  <a:cubicBezTo>
                    <a:pt x="53245" y="914"/>
                    <a:pt x="53245" y="92"/>
                    <a:pt x="52698" y="80"/>
                  </a:cubicBezTo>
                  <a:cubicBezTo>
                    <a:pt x="49587" y="21"/>
                    <a:pt x="46474" y="1"/>
                    <a:pt x="43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616;p40">
              <a:extLst>
                <a:ext uri="{FF2B5EF4-FFF2-40B4-BE49-F238E27FC236}">
                  <a16:creationId xmlns:a16="http://schemas.microsoft.com/office/drawing/2014/main" id="{A58047E2-8C26-EA08-F3F5-6A87F4769F4C}"/>
                </a:ext>
              </a:extLst>
            </p:cNvPr>
            <p:cNvSpPr/>
            <p:nvPr/>
          </p:nvSpPr>
          <p:spPr>
            <a:xfrm>
              <a:off x="5194850" y="1280425"/>
              <a:ext cx="19075" cy="274975"/>
            </a:xfrm>
            <a:custGeom>
              <a:avLst/>
              <a:gdLst/>
              <a:ahLst/>
              <a:cxnLst/>
              <a:rect l="l" t="t" r="r" b="b"/>
              <a:pathLst>
                <a:path w="763" h="10999" extrusionOk="0">
                  <a:moveTo>
                    <a:pt x="380" y="0"/>
                  </a:moveTo>
                  <a:cubicBezTo>
                    <a:pt x="212" y="0"/>
                    <a:pt x="42" y="110"/>
                    <a:pt x="36" y="331"/>
                  </a:cubicBezTo>
                  <a:cubicBezTo>
                    <a:pt x="1" y="3819"/>
                    <a:pt x="108" y="7320"/>
                    <a:pt x="191" y="10820"/>
                  </a:cubicBezTo>
                  <a:cubicBezTo>
                    <a:pt x="191" y="10939"/>
                    <a:pt x="283" y="10999"/>
                    <a:pt x="376" y="10999"/>
                  </a:cubicBezTo>
                  <a:cubicBezTo>
                    <a:pt x="468" y="10999"/>
                    <a:pt x="560" y="10939"/>
                    <a:pt x="560" y="10820"/>
                  </a:cubicBezTo>
                  <a:cubicBezTo>
                    <a:pt x="644" y="7320"/>
                    <a:pt x="763" y="3819"/>
                    <a:pt x="715" y="331"/>
                  </a:cubicBezTo>
                  <a:cubicBezTo>
                    <a:pt x="715" y="110"/>
                    <a:pt x="548" y="0"/>
                    <a:pt x="3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2617;p40">
              <a:extLst>
                <a:ext uri="{FF2B5EF4-FFF2-40B4-BE49-F238E27FC236}">
                  <a16:creationId xmlns:a16="http://schemas.microsoft.com/office/drawing/2014/main" id="{205B6E13-0E85-B04F-EDEF-0957C55A8A19}"/>
                </a:ext>
              </a:extLst>
            </p:cNvPr>
            <p:cNvSpPr/>
            <p:nvPr/>
          </p:nvSpPr>
          <p:spPr>
            <a:xfrm>
              <a:off x="3892000" y="1255525"/>
              <a:ext cx="1319250" cy="26850"/>
            </a:xfrm>
            <a:custGeom>
              <a:avLst/>
              <a:gdLst/>
              <a:ahLst/>
              <a:cxnLst/>
              <a:rect l="l" t="t" r="r" b="b"/>
              <a:pathLst>
                <a:path w="52770" h="1074" extrusionOk="0">
                  <a:moveTo>
                    <a:pt x="49607" y="1"/>
                  </a:moveTo>
                  <a:cubicBezTo>
                    <a:pt x="48399" y="1"/>
                    <a:pt x="47185" y="53"/>
                    <a:pt x="45995" y="53"/>
                  </a:cubicBezTo>
                  <a:lnTo>
                    <a:pt x="39470" y="53"/>
                  </a:lnTo>
                  <a:cubicBezTo>
                    <a:pt x="35124" y="65"/>
                    <a:pt x="30767" y="76"/>
                    <a:pt x="26421" y="88"/>
                  </a:cubicBezTo>
                  <a:cubicBezTo>
                    <a:pt x="17717" y="100"/>
                    <a:pt x="9014" y="231"/>
                    <a:pt x="311" y="291"/>
                  </a:cubicBezTo>
                  <a:cubicBezTo>
                    <a:pt x="1" y="303"/>
                    <a:pt x="1" y="767"/>
                    <a:pt x="311" y="779"/>
                  </a:cubicBezTo>
                  <a:cubicBezTo>
                    <a:pt x="8919" y="838"/>
                    <a:pt x="17515" y="969"/>
                    <a:pt x="26123" y="993"/>
                  </a:cubicBezTo>
                  <a:cubicBezTo>
                    <a:pt x="30469" y="993"/>
                    <a:pt x="34827" y="1005"/>
                    <a:pt x="39173" y="1017"/>
                  </a:cubicBezTo>
                  <a:lnTo>
                    <a:pt x="45697" y="1017"/>
                  </a:lnTo>
                  <a:cubicBezTo>
                    <a:pt x="46954" y="1017"/>
                    <a:pt x="48240" y="1074"/>
                    <a:pt x="49518" y="1074"/>
                  </a:cubicBezTo>
                  <a:cubicBezTo>
                    <a:pt x="50431" y="1074"/>
                    <a:pt x="51341" y="1045"/>
                    <a:pt x="52234" y="946"/>
                  </a:cubicBezTo>
                  <a:cubicBezTo>
                    <a:pt x="52769" y="898"/>
                    <a:pt x="52769" y="172"/>
                    <a:pt x="52234" y="124"/>
                  </a:cubicBezTo>
                  <a:cubicBezTo>
                    <a:pt x="51369" y="29"/>
                    <a:pt x="50490" y="1"/>
                    <a:pt x="496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2624;p40">
            <a:extLst>
              <a:ext uri="{FF2B5EF4-FFF2-40B4-BE49-F238E27FC236}">
                <a16:creationId xmlns:a16="http://schemas.microsoft.com/office/drawing/2014/main" id="{8AD414E2-4E21-1897-B0AD-100DC269DCC5}"/>
              </a:ext>
            </a:extLst>
          </p:cNvPr>
          <p:cNvSpPr txBox="1"/>
          <p:nvPr/>
        </p:nvSpPr>
        <p:spPr>
          <a:xfrm>
            <a:off x="7342163" y="1576953"/>
            <a:ext cx="3700535" cy="54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spc="6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Let the browser know it's an HTML5.</a:t>
            </a:r>
          </a:p>
          <a:p>
            <a:r>
              <a:rPr lang="en-US" sz="1200" b="1" spc="6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Appear once, at the top of the page</a:t>
            </a:r>
          </a:p>
        </p:txBody>
      </p:sp>
      <p:grpSp>
        <p:nvGrpSpPr>
          <p:cNvPr id="18" name="Google Shape;2613;p40">
            <a:extLst>
              <a:ext uri="{FF2B5EF4-FFF2-40B4-BE49-F238E27FC236}">
                <a16:creationId xmlns:a16="http://schemas.microsoft.com/office/drawing/2014/main" id="{F8EF7992-2B72-958E-6997-B77457A52CC5}"/>
              </a:ext>
            </a:extLst>
          </p:cNvPr>
          <p:cNvGrpSpPr/>
          <p:nvPr/>
        </p:nvGrpSpPr>
        <p:grpSpPr>
          <a:xfrm>
            <a:off x="7093870" y="2372942"/>
            <a:ext cx="4293550" cy="466678"/>
            <a:chOff x="3890825" y="1255525"/>
            <a:chExt cx="1333825" cy="314375"/>
          </a:xfrm>
          <a:solidFill>
            <a:srgbClr val="6B196D"/>
          </a:solidFill>
        </p:grpSpPr>
        <p:sp>
          <p:nvSpPr>
            <p:cNvPr id="20" name="Google Shape;2614;p40">
              <a:extLst>
                <a:ext uri="{FF2B5EF4-FFF2-40B4-BE49-F238E27FC236}">
                  <a16:creationId xmlns:a16="http://schemas.microsoft.com/office/drawing/2014/main" id="{2E90FBB8-D0F4-ED90-4C0C-DF24029CBE7E}"/>
                </a:ext>
              </a:extLst>
            </p:cNvPr>
            <p:cNvSpPr/>
            <p:nvPr/>
          </p:nvSpPr>
          <p:spPr>
            <a:xfrm>
              <a:off x="3890825" y="1296425"/>
              <a:ext cx="17875" cy="268200"/>
            </a:xfrm>
            <a:custGeom>
              <a:avLst/>
              <a:gdLst/>
              <a:ahLst/>
              <a:cxnLst/>
              <a:rect l="l" t="t" r="r" b="b"/>
              <a:pathLst>
                <a:path w="715" h="10728" extrusionOk="0">
                  <a:moveTo>
                    <a:pt x="358" y="0"/>
                  </a:moveTo>
                  <a:cubicBezTo>
                    <a:pt x="250" y="0"/>
                    <a:pt x="143" y="72"/>
                    <a:pt x="143" y="215"/>
                  </a:cubicBezTo>
                  <a:cubicBezTo>
                    <a:pt x="119" y="3620"/>
                    <a:pt x="0" y="7037"/>
                    <a:pt x="60" y="10442"/>
                  </a:cubicBezTo>
                  <a:cubicBezTo>
                    <a:pt x="66" y="10632"/>
                    <a:pt x="212" y="10728"/>
                    <a:pt x="358" y="10728"/>
                  </a:cubicBezTo>
                  <a:cubicBezTo>
                    <a:pt x="503" y="10728"/>
                    <a:pt x="649" y="10632"/>
                    <a:pt x="655" y="10442"/>
                  </a:cubicBezTo>
                  <a:cubicBezTo>
                    <a:pt x="715" y="7037"/>
                    <a:pt x="584" y="3620"/>
                    <a:pt x="572" y="215"/>
                  </a:cubicBezTo>
                  <a:cubicBezTo>
                    <a:pt x="572" y="72"/>
                    <a:pt x="465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615;p40">
              <a:extLst>
                <a:ext uri="{FF2B5EF4-FFF2-40B4-BE49-F238E27FC236}">
                  <a16:creationId xmlns:a16="http://schemas.microsoft.com/office/drawing/2014/main" id="{6C124470-DFFB-2FA7-0722-F058D18853AD}"/>
                </a:ext>
              </a:extLst>
            </p:cNvPr>
            <p:cNvSpPr/>
            <p:nvPr/>
          </p:nvSpPr>
          <p:spPr>
            <a:xfrm>
              <a:off x="3893500" y="1544750"/>
              <a:ext cx="1331150" cy="25150"/>
            </a:xfrm>
            <a:custGeom>
              <a:avLst/>
              <a:gdLst/>
              <a:ahLst/>
              <a:cxnLst/>
              <a:rect l="l" t="t" r="r" b="b"/>
              <a:pathLst>
                <a:path w="53246" h="1006" extrusionOk="0">
                  <a:moveTo>
                    <a:pt x="43362" y="1"/>
                  </a:moveTo>
                  <a:cubicBezTo>
                    <a:pt x="37779" y="1"/>
                    <a:pt x="32196" y="65"/>
                    <a:pt x="26623" y="80"/>
                  </a:cubicBezTo>
                  <a:cubicBezTo>
                    <a:pt x="17824" y="92"/>
                    <a:pt x="9037" y="152"/>
                    <a:pt x="251" y="307"/>
                  </a:cubicBezTo>
                  <a:cubicBezTo>
                    <a:pt x="1" y="318"/>
                    <a:pt x="1" y="699"/>
                    <a:pt x="251" y="699"/>
                  </a:cubicBezTo>
                  <a:cubicBezTo>
                    <a:pt x="8942" y="854"/>
                    <a:pt x="17634" y="914"/>
                    <a:pt x="26325" y="938"/>
                  </a:cubicBezTo>
                  <a:cubicBezTo>
                    <a:pt x="31923" y="945"/>
                    <a:pt x="37525" y="1006"/>
                    <a:pt x="43126" y="1006"/>
                  </a:cubicBezTo>
                  <a:cubicBezTo>
                    <a:pt x="46317" y="1006"/>
                    <a:pt x="49508" y="986"/>
                    <a:pt x="52698" y="926"/>
                  </a:cubicBezTo>
                  <a:cubicBezTo>
                    <a:pt x="53245" y="914"/>
                    <a:pt x="53245" y="92"/>
                    <a:pt x="52698" y="80"/>
                  </a:cubicBezTo>
                  <a:cubicBezTo>
                    <a:pt x="49587" y="21"/>
                    <a:pt x="46474" y="1"/>
                    <a:pt x="43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616;p40">
              <a:extLst>
                <a:ext uri="{FF2B5EF4-FFF2-40B4-BE49-F238E27FC236}">
                  <a16:creationId xmlns:a16="http://schemas.microsoft.com/office/drawing/2014/main" id="{9063FEF5-1063-F6B2-0A94-5D376516B4EC}"/>
                </a:ext>
              </a:extLst>
            </p:cNvPr>
            <p:cNvSpPr/>
            <p:nvPr/>
          </p:nvSpPr>
          <p:spPr>
            <a:xfrm>
              <a:off x="5194850" y="1280425"/>
              <a:ext cx="19075" cy="274975"/>
            </a:xfrm>
            <a:custGeom>
              <a:avLst/>
              <a:gdLst/>
              <a:ahLst/>
              <a:cxnLst/>
              <a:rect l="l" t="t" r="r" b="b"/>
              <a:pathLst>
                <a:path w="763" h="10999" extrusionOk="0">
                  <a:moveTo>
                    <a:pt x="380" y="0"/>
                  </a:moveTo>
                  <a:cubicBezTo>
                    <a:pt x="212" y="0"/>
                    <a:pt x="42" y="110"/>
                    <a:pt x="36" y="331"/>
                  </a:cubicBezTo>
                  <a:cubicBezTo>
                    <a:pt x="1" y="3819"/>
                    <a:pt x="108" y="7320"/>
                    <a:pt x="191" y="10820"/>
                  </a:cubicBezTo>
                  <a:cubicBezTo>
                    <a:pt x="191" y="10939"/>
                    <a:pt x="283" y="10999"/>
                    <a:pt x="376" y="10999"/>
                  </a:cubicBezTo>
                  <a:cubicBezTo>
                    <a:pt x="468" y="10999"/>
                    <a:pt x="560" y="10939"/>
                    <a:pt x="560" y="10820"/>
                  </a:cubicBezTo>
                  <a:cubicBezTo>
                    <a:pt x="644" y="7320"/>
                    <a:pt x="763" y="3819"/>
                    <a:pt x="715" y="331"/>
                  </a:cubicBezTo>
                  <a:cubicBezTo>
                    <a:pt x="715" y="110"/>
                    <a:pt x="548" y="0"/>
                    <a:pt x="3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617;p40">
              <a:extLst>
                <a:ext uri="{FF2B5EF4-FFF2-40B4-BE49-F238E27FC236}">
                  <a16:creationId xmlns:a16="http://schemas.microsoft.com/office/drawing/2014/main" id="{7B82BD8C-84D7-8090-C71E-5E1E17E3FB7D}"/>
                </a:ext>
              </a:extLst>
            </p:cNvPr>
            <p:cNvSpPr/>
            <p:nvPr/>
          </p:nvSpPr>
          <p:spPr>
            <a:xfrm>
              <a:off x="3892000" y="1255525"/>
              <a:ext cx="1319250" cy="26850"/>
            </a:xfrm>
            <a:custGeom>
              <a:avLst/>
              <a:gdLst/>
              <a:ahLst/>
              <a:cxnLst/>
              <a:rect l="l" t="t" r="r" b="b"/>
              <a:pathLst>
                <a:path w="52770" h="1074" extrusionOk="0">
                  <a:moveTo>
                    <a:pt x="49607" y="1"/>
                  </a:moveTo>
                  <a:cubicBezTo>
                    <a:pt x="48399" y="1"/>
                    <a:pt x="47185" y="53"/>
                    <a:pt x="45995" y="53"/>
                  </a:cubicBezTo>
                  <a:lnTo>
                    <a:pt x="39470" y="53"/>
                  </a:lnTo>
                  <a:cubicBezTo>
                    <a:pt x="35124" y="65"/>
                    <a:pt x="30767" y="76"/>
                    <a:pt x="26421" y="88"/>
                  </a:cubicBezTo>
                  <a:cubicBezTo>
                    <a:pt x="17717" y="100"/>
                    <a:pt x="9014" y="231"/>
                    <a:pt x="311" y="291"/>
                  </a:cubicBezTo>
                  <a:cubicBezTo>
                    <a:pt x="1" y="303"/>
                    <a:pt x="1" y="767"/>
                    <a:pt x="311" y="779"/>
                  </a:cubicBezTo>
                  <a:cubicBezTo>
                    <a:pt x="8919" y="838"/>
                    <a:pt x="17515" y="969"/>
                    <a:pt x="26123" y="993"/>
                  </a:cubicBezTo>
                  <a:cubicBezTo>
                    <a:pt x="30469" y="993"/>
                    <a:pt x="34827" y="1005"/>
                    <a:pt x="39173" y="1017"/>
                  </a:cubicBezTo>
                  <a:lnTo>
                    <a:pt x="45697" y="1017"/>
                  </a:lnTo>
                  <a:cubicBezTo>
                    <a:pt x="46954" y="1017"/>
                    <a:pt x="48240" y="1074"/>
                    <a:pt x="49518" y="1074"/>
                  </a:cubicBezTo>
                  <a:cubicBezTo>
                    <a:pt x="50431" y="1074"/>
                    <a:pt x="51341" y="1045"/>
                    <a:pt x="52234" y="946"/>
                  </a:cubicBezTo>
                  <a:cubicBezTo>
                    <a:pt x="52769" y="898"/>
                    <a:pt x="52769" y="172"/>
                    <a:pt x="52234" y="124"/>
                  </a:cubicBezTo>
                  <a:cubicBezTo>
                    <a:pt x="51369" y="29"/>
                    <a:pt x="50490" y="1"/>
                    <a:pt x="496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2624;p40">
            <a:extLst>
              <a:ext uri="{FF2B5EF4-FFF2-40B4-BE49-F238E27FC236}">
                <a16:creationId xmlns:a16="http://schemas.microsoft.com/office/drawing/2014/main" id="{9653ED82-AFB8-59E2-7F85-F91B1EF03CA8}"/>
              </a:ext>
            </a:extLst>
          </p:cNvPr>
          <p:cNvSpPr txBox="1"/>
          <p:nvPr/>
        </p:nvSpPr>
        <p:spPr>
          <a:xfrm>
            <a:off x="7360845" y="2413970"/>
            <a:ext cx="3700535" cy="38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spc="6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Root of an HTML Document</a:t>
            </a:r>
          </a:p>
        </p:txBody>
      </p:sp>
      <p:grpSp>
        <p:nvGrpSpPr>
          <p:cNvPr id="25" name="Google Shape;2613;p40">
            <a:extLst>
              <a:ext uri="{FF2B5EF4-FFF2-40B4-BE49-F238E27FC236}">
                <a16:creationId xmlns:a16="http://schemas.microsoft.com/office/drawing/2014/main" id="{2694F4B5-4319-CB84-B46F-830BC8DEA188}"/>
              </a:ext>
            </a:extLst>
          </p:cNvPr>
          <p:cNvGrpSpPr/>
          <p:nvPr/>
        </p:nvGrpSpPr>
        <p:grpSpPr>
          <a:xfrm>
            <a:off x="7056008" y="3359137"/>
            <a:ext cx="4293550" cy="662433"/>
            <a:chOff x="3890825" y="1255525"/>
            <a:chExt cx="1333825" cy="314375"/>
          </a:xfrm>
          <a:solidFill>
            <a:srgbClr val="6B196D"/>
          </a:solidFill>
        </p:grpSpPr>
        <p:sp>
          <p:nvSpPr>
            <p:cNvPr id="27" name="Google Shape;2614;p40">
              <a:extLst>
                <a:ext uri="{FF2B5EF4-FFF2-40B4-BE49-F238E27FC236}">
                  <a16:creationId xmlns:a16="http://schemas.microsoft.com/office/drawing/2014/main" id="{4AA1D4B1-0272-85F4-B111-537296B443D3}"/>
                </a:ext>
              </a:extLst>
            </p:cNvPr>
            <p:cNvSpPr/>
            <p:nvPr/>
          </p:nvSpPr>
          <p:spPr>
            <a:xfrm>
              <a:off x="3890825" y="1296425"/>
              <a:ext cx="17875" cy="268200"/>
            </a:xfrm>
            <a:custGeom>
              <a:avLst/>
              <a:gdLst/>
              <a:ahLst/>
              <a:cxnLst/>
              <a:rect l="l" t="t" r="r" b="b"/>
              <a:pathLst>
                <a:path w="715" h="10728" extrusionOk="0">
                  <a:moveTo>
                    <a:pt x="358" y="0"/>
                  </a:moveTo>
                  <a:cubicBezTo>
                    <a:pt x="250" y="0"/>
                    <a:pt x="143" y="72"/>
                    <a:pt x="143" y="215"/>
                  </a:cubicBezTo>
                  <a:cubicBezTo>
                    <a:pt x="119" y="3620"/>
                    <a:pt x="0" y="7037"/>
                    <a:pt x="60" y="10442"/>
                  </a:cubicBezTo>
                  <a:cubicBezTo>
                    <a:pt x="66" y="10632"/>
                    <a:pt x="212" y="10728"/>
                    <a:pt x="358" y="10728"/>
                  </a:cubicBezTo>
                  <a:cubicBezTo>
                    <a:pt x="503" y="10728"/>
                    <a:pt x="649" y="10632"/>
                    <a:pt x="655" y="10442"/>
                  </a:cubicBezTo>
                  <a:cubicBezTo>
                    <a:pt x="715" y="7037"/>
                    <a:pt x="584" y="3620"/>
                    <a:pt x="572" y="215"/>
                  </a:cubicBezTo>
                  <a:cubicBezTo>
                    <a:pt x="572" y="72"/>
                    <a:pt x="465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615;p40">
              <a:extLst>
                <a:ext uri="{FF2B5EF4-FFF2-40B4-BE49-F238E27FC236}">
                  <a16:creationId xmlns:a16="http://schemas.microsoft.com/office/drawing/2014/main" id="{5C48B050-9BA4-B376-49F3-1E543C8770AD}"/>
                </a:ext>
              </a:extLst>
            </p:cNvPr>
            <p:cNvSpPr/>
            <p:nvPr/>
          </p:nvSpPr>
          <p:spPr>
            <a:xfrm>
              <a:off x="3893500" y="1544750"/>
              <a:ext cx="1331150" cy="25150"/>
            </a:xfrm>
            <a:custGeom>
              <a:avLst/>
              <a:gdLst/>
              <a:ahLst/>
              <a:cxnLst/>
              <a:rect l="l" t="t" r="r" b="b"/>
              <a:pathLst>
                <a:path w="53246" h="1006" extrusionOk="0">
                  <a:moveTo>
                    <a:pt x="43362" y="1"/>
                  </a:moveTo>
                  <a:cubicBezTo>
                    <a:pt x="37779" y="1"/>
                    <a:pt x="32196" y="65"/>
                    <a:pt x="26623" y="80"/>
                  </a:cubicBezTo>
                  <a:cubicBezTo>
                    <a:pt x="17824" y="92"/>
                    <a:pt x="9037" y="152"/>
                    <a:pt x="251" y="307"/>
                  </a:cubicBezTo>
                  <a:cubicBezTo>
                    <a:pt x="1" y="318"/>
                    <a:pt x="1" y="699"/>
                    <a:pt x="251" y="699"/>
                  </a:cubicBezTo>
                  <a:cubicBezTo>
                    <a:pt x="8942" y="854"/>
                    <a:pt x="17634" y="914"/>
                    <a:pt x="26325" y="938"/>
                  </a:cubicBezTo>
                  <a:cubicBezTo>
                    <a:pt x="31923" y="945"/>
                    <a:pt x="37525" y="1006"/>
                    <a:pt x="43126" y="1006"/>
                  </a:cubicBezTo>
                  <a:cubicBezTo>
                    <a:pt x="46317" y="1006"/>
                    <a:pt x="49508" y="986"/>
                    <a:pt x="52698" y="926"/>
                  </a:cubicBezTo>
                  <a:cubicBezTo>
                    <a:pt x="53245" y="914"/>
                    <a:pt x="53245" y="92"/>
                    <a:pt x="52698" y="80"/>
                  </a:cubicBezTo>
                  <a:cubicBezTo>
                    <a:pt x="49587" y="21"/>
                    <a:pt x="46474" y="1"/>
                    <a:pt x="43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616;p40">
              <a:extLst>
                <a:ext uri="{FF2B5EF4-FFF2-40B4-BE49-F238E27FC236}">
                  <a16:creationId xmlns:a16="http://schemas.microsoft.com/office/drawing/2014/main" id="{0C16A006-ABA5-4711-B813-EA63F0FBB62B}"/>
                </a:ext>
              </a:extLst>
            </p:cNvPr>
            <p:cNvSpPr/>
            <p:nvPr/>
          </p:nvSpPr>
          <p:spPr>
            <a:xfrm>
              <a:off x="5194850" y="1280425"/>
              <a:ext cx="19075" cy="274975"/>
            </a:xfrm>
            <a:custGeom>
              <a:avLst/>
              <a:gdLst/>
              <a:ahLst/>
              <a:cxnLst/>
              <a:rect l="l" t="t" r="r" b="b"/>
              <a:pathLst>
                <a:path w="763" h="10999" extrusionOk="0">
                  <a:moveTo>
                    <a:pt x="380" y="0"/>
                  </a:moveTo>
                  <a:cubicBezTo>
                    <a:pt x="212" y="0"/>
                    <a:pt x="42" y="110"/>
                    <a:pt x="36" y="331"/>
                  </a:cubicBezTo>
                  <a:cubicBezTo>
                    <a:pt x="1" y="3819"/>
                    <a:pt x="108" y="7320"/>
                    <a:pt x="191" y="10820"/>
                  </a:cubicBezTo>
                  <a:cubicBezTo>
                    <a:pt x="191" y="10939"/>
                    <a:pt x="283" y="10999"/>
                    <a:pt x="376" y="10999"/>
                  </a:cubicBezTo>
                  <a:cubicBezTo>
                    <a:pt x="468" y="10999"/>
                    <a:pt x="560" y="10939"/>
                    <a:pt x="560" y="10820"/>
                  </a:cubicBezTo>
                  <a:cubicBezTo>
                    <a:pt x="644" y="7320"/>
                    <a:pt x="763" y="3819"/>
                    <a:pt x="715" y="331"/>
                  </a:cubicBezTo>
                  <a:cubicBezTo>
                    <a:pt x="715" y="110"/>
                    <a:pt x="548" y="0"/>
                    <a:pt x="3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617;p40">
              <a:extLst>
                <a:ext uri="{FF2B5EF4-FFF2-40B4-BE49-F238E27FC236}">
                  <a16:creationId xmlns:a16="http://schemas.microsoft.com/office/drawing/2014/main" id="{8BF2AB69-B9E5-461D-B3FE-088988DF3512}"/>
                </a:ext>
              </a:extLst>
            </p:cNvPr>
            <p:cNvSpPr/>
            <p:nvPr/>
          </p:nvSpPr>
          <p:spPr>
            <a:xfrm>
              <a:off x="3892000" y="1255525"/>
              <a:ext cx="1319250" cy="26850"/>
            </a:xfrm>
            <a:custGeom>
              <a:avLst/>
              <a:gdLst/>
              <a:ahLst/>
              <a:cxnLst/>
              <a:rect l="l" t="t" r="r" b="b"/>
              <a:pathLst>
                <a:path w="52770" h="1074" extrusionOk="0">
                  <a:moveTo>
                    <a:pt x="49607" y="1"/>
                  </a:moveTo>
                  <a:cubicBezTo>
                    <a:pt x="48399" y="1"/>
                    <a:pt x="47185" y="53"/>
                    <a:pt x="45995" y="53"/>
                  </a:cubicBezTo>
                  <a:lnTo>
                    <a:pt x="39470" y="53"/>
                  </a:lnTo>
                  <a:cubicBezTo>
                    <a:pt x="35124" y="65"/>
                    <a:pt x="30767" y="76"/>
                    <a:pt x="26421" y="88"/>
                  </a:cubicBezTo>
                  <a:cubicBezTo>
                    <a:pt x="17717" y="100"/>
                    <a:pt x="9014" y="231"/>
                    <a:pt x="311" y="291"/>
                  </a:cubicBezTo>
                  <a:cubicBezTo>
                    <a:pt x="1" y="303"/>
                    <a:pt x="1" y="767"/>
                    <a:pt x="311" y="779"/>
                  </a:cubicBezTo>
                  <a:cubicBezTo>
                    <a:pt x="8919" y="838"/>
                    <a:pt x="17515" y="969"/>
                    <a:pt x="26123" y="993"/>
                  </a:cubicBezTo>
                  <a:cubicBezTo>
                    <a:pt x="30469" y="993"/>
                    <a:pt x="34827" y="1005"/>
                    <a:pt x="39173" y="1017"/>
                  </a:cubicBezTo>
                  <a:lnTo>
                    <a:pt x="45697" y="1017"/>
                  </a:lnTo>
                  <a:cubicBezTo>
                    <a:pt x="46954" y="1017"/>
                    <a:pt x="48240" y="1074"/>
                    <a:pt x="49518" y="1074"/>
                  </a:cubicBezTo>
                  <a:cubicBezTo>
                    <a:pt x="50431" y="1074"/>
                    <a:pt x="51341" y="1045"/>
                    <a:pt x="52234" y="946"/>
                  </a:cubicBezTo>
                  <a:cubicBezTo>
                    <a:pt x="52769" y="898"/>
                    <a:pt x="52769" y="172"/>
                    <a:pt x="52234" y="124"/>
                  </a:cubicBezTo>
                  <a:cubicBezTo>
                    <a:pt x="51369" y="29"/>
                    <a:pt x="50490" y="1"/>
                    <a:pt x="496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24;p40">
            <a:extLst>
              <a:ext uri="{FF2B5EF4-FFF2-40B4-BE49-F238E27FC236}">
                <a16:creationId xmlns:a16="http://schemas.microsoft.com/office/drawing/2014/main" id="{96B94A6B-8463-3D98-A27D-0D80454C5E7C}"/>
              </a:ext>
            </a:extLst>
          </p:cNvPr>
          <p:cNvSpPr txBox="1"/>
          <p:nvPr/>
        </p:nvSpPr>
        <p:spPr>
          <a:xfrm>
            <a:off x="7322983" y="3417374"/>
            <a:ext cx="3965173" cy="547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spc="6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Contains the information about the HTML document</a:t>
            </a:r>
          </a:p>
        </p:txBody>
      </p:sp>
      <p:grpSp>
        <p:nvGrpSpPr>
          <p:cNvPr id="32" name="Google Shape;2613;p40">
            <a:extLst>
              <a:ext uri="{FF2B5EF4-FFF2-40B4-BE49-F238E27FC236}">
                <a16:creationId xmlns:a16="http://schemas.microsoft.com/office/drawing/2014/main" id="{A4752BEC-A174-06B7-D84A-27EFBB983F40}"/>
              </a:ext>
            </a:extLst>
          </p:cNvPr>
          <p:cNvGrpSpPr/>
          <p:nvPr/>
        </p:nvGrpSpPr>
        <p:grpSpPr>
          <a:xfrm>
            <a:off x="7113547" y="5105695"/>
            <a:ext cx="4293550" cy="662433"/>
            <a:chOff x="3890825" y="1255525"/>
            <a:chExt cx="1333825" cy="314375"/>
          </a:xfrm>
          <a:solidFill>
            <a:srgbClr val="6B196D"/>
          </a:solidFill>
        </p:grpSpPr>
        <p:sp>
          <p:nvSpPr>
            <p:cNvPr id="34" name="Google Shape;2614;p40">
              <a:extLst>
                <a:ext uri="{FF2B5EF4-FFF2-40B4-BE49-F238E27FC236}">
                  <a16:creationId xmlns:a16="http://schemas.microsoft.com/office/drawing/2014/main" id="{4658C14F-4D50-71A3-8275-377697E66E86}"/>
                </a:ext>
              </a:extLst>
            </p:cNvPr>
            <p:cNvSpPr/>
            <p:nvPr/>
          </p:nvSpPr>
          <p:spPr>
            <a:xfrm>
              <a:off x="3890825" y="1296425"/>
              <a:ext cx="17875" cy="268200"/>
            </a:xfrm>
            <a:custGeom>
              <a:avLst/>
              <a:gdLst/>
              <a:ahLst/>
              <a:cxnLst/>
              <a:rect l="l" t="t" r="r" b="b"/>
              <a:pathLst>
                <a:path w="715" h="10728" extrusionOk="0">
                  <a:moveTo>
                    <a:pt x="358" y="0"/>
                  </a:moveTo>
                  <a:cubicBezTo>
                    <a:pt x="250" y="0"/>
                    <a:pt x="143" y="72"/>
                    <a:pt x="143" y="215"/>
                  </a:cubicBezTo>
                  <a:cubicBezTo>
                    <a:pt x="119" y="3620"/>
                    <a:pt x="0" y="7037"/>
                    <a:pt x="60" y="10442"/>
                  </a:cubicBezTo>
                  <a:cubicBezTo>
                    <a:pt x="66" y="10632"/>
                    <a:pt x="212" y="10728"/>
                    <a:pt x="358" y="10728"/>
                  </a:cubicBezTo>
                  <a:cubicBezTo>
                    <a:pt x="503" y="10728"/>
                    <a:pt x="649" y="10632"/>
                    <a:pt x="655" y="10442"/>
                  </a:cubicBezTo>
                  <a:cubicBezTo>
                    <a:pt x="715" y="7037"/>
                    <a:pt x="584" y="3620"/>
                    <a:pt x="572" y="215"/>
                  </a:cubicBezTo>
                  <a:cubicBezTo>
                    <a:pt x="572" y="72"/>
                    <a:pt x="465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615;p40">
              <a:extLst>
                <a:ext uri="{FF2B5EF4-FFF2-40B4-BE49-F238E27FC236}">
                  <a16:creationId xmlns:a16="http://schemas.microsoft.com/office/drawing/2014/main" id="{2061C2DE-12BB-4995-4748-D341394E0CBB}"/>
                </a:ext>
              </a:extLst>
            </p:cNvPr>
            <p:cNvSpPr/>
            <p:nvPr/>
          </p:nvSpPr>
          <p:spPr>
            <a:xfrm>
              <a:off x="3893500" y="1544750"/>
              <a:ext cx="1331150" cy="25150"/>
            </a:xfrm>
            <a:custGeom>
              <a:avLst/>
              <a:gdLst/>
              <a:ahLst/>
              <a:cxnLst/>
              <a:rect l="l" t="t" r="r" b="b"/>
              <a:pathLst>
                <a:path w="53246" h="1006" extrusionOk="0">
                  <a:moveTo>
                    <a:pt x="43362" y="1"/>
                  </a:moveTo>
                  <a:cubicBezTo>
                    <a:pt x="37779" y="1"/>
                    <a:pt x="32196" y="65"/>
                    <a:pt x="26623" y="80"/>
                  </a:cubicBezTo>
                  <a:cubicBezTo>
                    <a:pt x="17824" y="92"/>
                    <a:pt x="9037" y="152"/>
                    <a:pt x="251" y="307"/>
                  </a:cubicBezTo>
                  <a:cubicBezTo>
                    <a:pt x="1" y="318"/>
                    <a:pt x="1" y="699"/>
                    <a:pt x="251" y="699"/>
                  </a:cubicBezTo>
                  <a:cubicBezTo>
                    <a:pt x="8942" y="854"/>
                    <a:pt x="17634" y="914"/>
                    <a:pt x="26325" y="938"/>
                  </a:cubicBezTo>
                  <a:cubicBezTo>
                    <a:pt x="31923" y="945"/>
                    <a:pt x="37525" y="1006"/>
                    <a:pt x="43126" y="1006"/>
                  </a:cubicBezTo>
                  <a:cubicBezTo>
                    <a:pt x="46317" y="1006"/>
                    <a:pt x="49508" y="986"/>
                    <a:pt x="52698" y="926"/>
                  </a:cubicBezTo>
                  <a:cubicBezTo>
                    <a:pt x="53245" y="914"/>
                    <a:pt x="53245" y="92"/>
                    <a:pt x="52698" y="80"/>
                  </a:cubicBezTo>
                  <a:cubicBezTo>
                    <a:pt x="49587" y="21"/>
                    <a:pt x="46474" y="1"/>
                    <a:pt x="43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616;p40">
              <a:extLst>
                <a:ext uri="{FF2B5EF4-FFF2-40B4-BE49-F238E27FC236}">
                  <a16:creationId xmlns:a16="http://schemas.microsoft.com/office/drawing/2014/main" id="{4F7ECA2E-0DBB-03C5-2830-5B268C05CFCA}"/>
                </a:ext>
              </a:extLst>
            </p:cNvPr>
            <p:cNvSpPr/>
            <p:nvPr/>
          </p:nvSpPr>
          <p:spPr>
            <a:xfrm>
              <a:off x="5194850" y="1280425"/>
              <a:ext cx="19075" cy="274975"/>
            </a:xfrm>
            <a:custGeom>
              <a:avLst/>
              <a:gdLst/>
              <a:ahLst/>
              <a:cxnLst/>
              <a:rect l="l" t="t" r="r" b="b"/>
              <a:pathLst>
                <a:path w="763" h="10999" extrusionOk="0">
                  <a:moveTo>
                    <a:pt x="380" y="0"/>
                  </a:moveTo>
                  <a:cubicBezTo>
                    <a:pt x="212" y="0"/>
                    <a:pt x="42" y="110"/>
                    <a:pt x="36" y="331"/>
                  </a:cubicBezTo>
                  <a:cubicBezTo>
                    <a:pt x="1" y="3819"/>
                    <a:pt x="108" y="7320"/>
                    <a:pt x="191" y="10820"/>
                  </a:cubicBezTo>
                  <a:cubicBezTo>
                    <a:pt x="191" y="10939"/>
                    <a:pt x="283" y="10999"/>
                    <a:pt x="376" y="10999"/>
                  </a:cubicBezTo>
                  <a:cubicBezTo>
                    <a:pt x="468" y="10999"/>
                    <a:pt x="560" y="10939"/>
                    <a:pt x="560" y="10820"/>
                  </a:cubicBezTo>
                  <a:cubicBezTo>
                    <a:pt x="644" y="7320"/>
                    <a:pt x="763" y="3819"/>
                    <a:pt x="715" y="331"/>
                  </a:cubicBezTo>
                  <a:cubicBezTo>
                    <a:pt x="715" y="110"/>
                    <a:pt x="548" y="0"/>
                    <a:pt x="3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617;p40">
              <a:extLst>
                <a:ext uri="{FF2B5EF4-FFF2-40B4-BE49-F238E27FC236}">
                  <a16:creationId xmlns:a16="http://schemas.microsoft.com/office/drawing/2014/main" id="{62D1A4FA-A2E7-B337-469B-6E899DB61AA8}"/>
                </a:ext>
              </a:extLst>
            </p:cNvPr>
            <p:cNvSpPr/>
            <p:nvPr/>
          </p:nvSpPr>
          <p:spPr>
            <a:xfrm>
              <a:off x="3892000" y="1255525"/>
              <a:ext cx="1319250" cy="26850"/>
            </a:xfrm>
            <a:custGeom>
              <a:avLst/>
              <a:gdLst/>
              <a:ahLst/>
              <a:cxnLst/>
              <a:rect l="l" t="t" r="r" b="b"/>
              <a:pathLst>
                <a:path w="52770" h="1074" extrusionOk="0">
                  <a:moveTo>
                    <a:pt x="49607" y="1"/>
                  </a:moveTo>
                  <a:cubicBezTo>
                    <a:pt x="48399" y="1"/>
                    <a:pt x="47185" y="53"/>
                    <a:pt x="45995" y="53"/>
                  </a:cubicBezTo>
                  <a:lnTo>
                    <a:pt x="39470" y="53"/>
                  </a:lnTo>
                  <a:cubicBezTo>
                    <a:pt x="35124" y="65"/>
                    <a:pt x="30767" y="76"/>
                    <a:pt x="26421" y="88"/>
                  </a:cubicBezTo>
                  <a:cubicBezTo>
                    <a:pt x="17717" y="100"/>
                    <a:pt x="9014" y="231"/>
                    <a:pt x="311" y="291"/>
                  </a:cubicBezTo>
                  <a:cubicBezTo>
                    <a:pt x="1" y="303"/>
                    <a:pt x="1" y="767"/>
                    <a:pt x="311" y="779"/>
                  </a:cubicBezTo>
                  <a:cubicBezTo>
                    <a:pt x="8919" y="838"/>
                    <a:pt x="17515" y="969"/>
                    <a:pt x="26123" y="993"/>
                  </a:cubicBezTo>
                  <a:cubicBezTo>
                    <a:pt x="30469" y="993"/>
                    <a:pt x="34827" y="1005"/>
                    <a:pt x="39173" y="1017"/>
                  </a:cubicBezTo>
                  <a:lnTo>
                    <a:pt x="45697" y="1017"/>
                  </a:lnTo>
                  <a:cubicBezTo>
                    <a:pt x="46954" y="1017"/>
                    <a:pt x="48240" y="1074"/>
                    <a:pt x="49518" y="1074"/>
                  </a:cubicBezTo>
                  <a:cubicBezTo>
                    <a:pt x="50431" y="1074"/>
                    <a:pt x="51341" y="1045"/>
                    <a:pt x="52234" y="946"/>
                  </a:cubicBezTo>
                  <a:cubicBezTo>
                    <a:pt x="52769" y="898"/>
                    <a:pt x="52769" y="172"/>
                    <a:pt x="52234" y="124"/>
                  </a:cubicBezTo>
                  <a:cubicBezTo>
                    <a:pt x="51369" y="29"/>
                    <a:pt x="50490" y="1"/>
                    <a:pt x="496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2624;p40">
            <a:extLst>
              <a:ext uri="{FF2B5EF4-FFF2-40B4-BE49-F238E27FC236}">
                <a16:creationId xmlns:a16="http://schemas.microsoft.com/office/drawing/2014/main" id="{4FE1E7A6-AD8E-0D18-E05B-D921807A1C0E}"/>
              </a:ext>
            </a:extLst>
          </p:cNvPr>
          <p:cNvSpPr txBox="1"/>
          <p:nvPr/>
        </p:nvSpPr>
        <p:spPr>
          <a:xfrm>
            <a:off x="7380522" y="5163932"/>
            <a:ext cx="3965173" cy="547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spc="6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Contains everything you want to display on the Web Page.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EB529BC-82E2-07C3-D6F3-D129C2EBD2E5}"/>
              </a:ext>
            </a:extLst>
          </p:cNvPr>
          <p:cNvGrpSpPr>
            <a:grpSpLocks/>
          </p:cNvGrpSpPr>
          <p:nvPr/>
        </p:nvGrpSpPr>
        <p:grpSpPr>
          <a:xfrm>
            <a:off x="2974314" y="4020725"/>
            <a:ext cx="2768866" cy="428409"/>
            <a:chOff x="915174" y="3666866"/>
            <a:chExt cx="2373491" cy="735965"/>
          </a:xfrm>
        </p:grpSpPr>
        <p:grpSp>
          <p:nvGrpSpPr>
            <p:cNvPr id="39" name="Google Shape;2613;p40">
              <a:extLst>
                <a:ext uri="{FF2B5EF4-FFF2-40B4-BE49-F238E27FC236}">
                  <a16:creationId xmlns:a16="http://schemas.microsoft.com/office/drawing/2014/main" id="{8FD5B648-91CB-317D-77B0-907C25BABDA0}"/>
                </a:ext>
              </a:extLst>
            </p:cNvPr>
            <p:cNvGrpSpPr/>
            <p:nvPr/>
          </p:nvGrpSpPr>
          <p:grpSpPr>
            <a:xfrm>
              <a:off x="915174" y="3666866"/>
              <a:ext cx="2373491" cy="735965"/>
              <a:chOff x="3890825" y="1255526"/>
              <a:chExt cx="1333825" cy="314374"/>
            </a:xfrm>
          </p:grpSpPr>
          <p:sp>
            <p:nvSpPr>
              <p:cNvPr id="41" name="Google Shape;2614;p40">
                <a:extLst>
                  <a:ext uri="{FF2B5EF4-FFF2-40B4-BE49-F238E27FC236}">
                    <a16:creationId xmlns:a16="http://schemas.microsoft.com/office/drawing/2014/main" id="{F90DDE31-95F2-0FFC-D2A0-DB07A752CE22}"/>
                  </a:ext>
                </a:extLst>
              </p:cNvPr>
              <p:cNvSpPr/>
              <p:nvPr/>
            </p:nvSpPr>
            <p:spPr>
              <a:xfrm>
                <a:off x="3890825" y="1296425"/>
                <a:ext cx="17875" cy="268200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0728" extrusionOk="0">
                    <a:moveTo>
                      <a:pt x="358" y="0"/>
                    </a:moveTo>
                    <a:cubicBezTo>
                      <a:pt x="250" y="0"/>
                      <a:pt x="143" y="72"/>
                      <a:pt x="143" y="215"/>
                    </a:cubicBezTo>
                    <a:cubicBezTo>
                      <a:pt x="119" y="3620"/>
                      <a:pt x="0" y="7037"/>
                      <a:pt x="60" y="10442"/>
                    </a:cubicBezTo>
                    <a:cubicBezTo>
                      <a:pt x="66" y="10632"/>
                      <a:pt x="212" y="10728"/>
                      <a:pt x="358" y="10728"/>
                    </a:cubicBezTo>
                    <a:cubicBezTo>
                      <a:pt x="503" y="10728"/>
                      <a:pt x="649" y="10632"/>
                      <a:pt x="655" y="10442"/>
                    </a:cubicBezTo>
                    <a:cubicBezTo>
                      <a:pt x="715" y="7037"/>
                      <a:pt x="584" y="3620"/>
                      <a:pt x="572" y="215"/>
                    </a:cubicBezTo>
                    <a:cubicBezTo>
                      <a:pt x="572" y="72"/>
                      <a:pt x="465" y="0"/>
                      <a:pt x="358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2615;p40">
                <a:extLst>
                  <a:ext uri="{FF2B5EF4-FFF2-40B4-BE49-F238E27FC236}">
                    <a16:creationId xmlns:a16="http://schemas.microsoft.com/office/drawing/2014/main" id="{C6B871B0-473D-1742-A6F9-2DFB23BE3C01}"/>
                  </a:ext>
                </a:extLst>
              </p:cNvPr>
              <p:cNvSpPr/>
              <p:nvPr/>
            </p:nvSpPr>
            <p:spPr>
              <a:xfrm>
                <a:off x="3893500" y="1544750"/>
                <a:ext cx="133115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53246" h="1006" extrusionOk="0">
                    <a:moveTo>
                      <a:pt x="43362" y="1"/>
                    </a:moveTo>
                    <a:cubicBezTo>
                      <a:pt x="37779" y="1"/>
                      <a:pt x="32196" y="65"/>
                      <a:pt x="26623" y="80"/>
                    </a:cubicBezTo>
                    <a:cubicBezTo>
                      <a:pt x="17824" y="92"/>
                      <a:pt x="9037" y="152"/>
                      <a:pt x="251" y="307"/>
                    </a:cubicBezTo>
                    <a:cubicBezTo>
                      <a:pt x="1" y="318"/>
                      <a:pt x="1" y="699"/>
                      <a:pt x="251" y="699"/>
                    </a:cubicBezTo>
                    <a:cubicBezTo>
                      <a:pt x="8942" y="854"/>
                      <a:pt x="17634" y="914"/>
                      <a:pt x="26325" y="938"/>
                    </a:cubicBezTo>
                    <a:cubicBezTo>
                      <a:pt x="31923" y="945"/>
                      <a:pt x="37525" y="1006"/>
                      <a:pt x="43126" y="1006"/>
                    </a:cubicBezTo>
                    <a:cubicBezTo>
                      <a:pt x="46317" y="1006"/>
                      <a:pt x="49508" y="986"/>
                      <a:pt x="52698" y="926"/>
                    </a:cubicBezTo>
                    <a:cubicBezTo>
                      <a:pt x="53245" y="914"/>
                      <a:pt x="53245" y="92"/>
                      <a:pt x="52698" y="80"/>
                    </a:cubicBezTo>
                    <a:cubicBezTo>
                      <a:pt x="49587" y="21"/>
                      <a:pt x="46474" y="1"/>
                      <a:pt x="43362" y="1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2616;p40">
                <a:extLst>
                  <a:ext uri="{FF2B5EF4-FFF2-40B4-BE49-F238E27FC236}">
                    <a16:creationId xmlns:a16="http://schemas.microsoft.com/office/drawing/2014/main" id="{61248B0B-210A-6600-5FAE-BFC2095AC631}"/>
                  </a:ext>
                </a:extLst>
              </p:cNvPr>
              <p:cNvSpPr/>
              <p:nvPr/>
            </p:nvSpPr>
            <p:spPr>
              <a:xfrm>
                <a:off x="5194850" y="1280425"/>
                <a:ext cx="19075" cy="2749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10999" extrusionOk="0">
                    <a:moveTo>
                      <a:pt x="380" y="0"/>
                    </a:moveTo>
                    <a:cubicBezTo>
                      <a:pt x="212" y="0"/>
                      <a:pt x="42" y="110"/>
                      <a:pt x="36" y="331"/>
                    </a:cubicBezTo>
                    <a:cubicBezTo>
                      <a:pt x="1" y="3819"/>
                      <a:pt x="108" y="7320"/>
                      <a:pt x="191" y="10820"/>
                    </a:cubicBezTo>
                    <a:cubicBezTo>
                      <a:pt x="191" y="10939"/>
                      <a:pt x="283" y="10999"/>
                      <a:pt x="376" y="10999"/>
                    </a:cubicBezTo>
                    <a:cubicBezTo>
                      <a:pt x="468" y="10999"/>
                      <a:pt x="560" y="10939"/>
                      <a:pt x="560" y="10820"/>
                    </a:cubicBezTo>
                    <a:cubicBezTo>
                      <a:pt x="644" y="7320"/>
                      <a:pt x="763" y="3819"/>
                      <a:pt x="715" y="331"/>
                    </a:cubicBezTo>
                    <a:cubicBezTo>
                      <a:pt x="715" y="110"/>
                      <a:pt x="548" y="0"/>
                      <a:pt x="380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2617;p40">
                <a:extLst>
                  <a:ext uri="{FF2B5EF4-FFF2-40B4-BE49-F238E27FC236}">
                    <a16:creationId xmlns:a16="http://schemas.microsoft.com/office/drawing/2014/main" id="{978B0F89-1115-BCD8-2B89-E1BE864994F1}"/>
                  </a:ext>
                </a:extLst>
              </p:cNvPr>
              <p:cNvSpPr/>
              <p:nvPr/>
            </p:nvSpPr>
            <p:spPr>
              <a:xfrm>
                <a:off x="3892000" y="1255526"/>
                <a:ext cx="1319250" cy="26850"/>
              </a:xfrm>
              <a:custGeom>
                <a:avLst/>
                <a:gdLst/>
                <a:ahLst/>
                <a:cxnLst/>
                <a:rect l="l" t="t" r="r" b="b"/>
                <a:pathLst>
                  <a:path w="52770" h="1074" extrusionOk="0">
                    <a:moveTo>
                      <a:pt x="49607" y="1"/>
                    </a:moveTo>
                    <a:cubicBezTo>
                      <a:pt x="48399" y="1"/>
                      <a:pt x="47185" y="53"/>
                      <a:pt x="45995" y="53"/>
                    </a:cubicBezTo>
                    <a:lnTo>
                      <a:pt x="39470" y="53"/>
                    </a:lnTo>
                    <a:cubicBezTo>
                      <a:pt x="35124" y="65"/>
                      <a:pt x="30767" y="76"/>
                      <a:pt x="26421" y="88"/>
                    </a:cubicBezTo>
                    <a:cubicBezTo>
                      <a:pt x="17717" y="100"/>
                      <a:pt x="9014" y="231"/>
                      <a:pt x="311" y="291"/>
                    </a:cubicBezTo>
                    <a:cubicBezTo>
                      <a:pt x="1" y="303"/>
                      <a:pt x="1" y="767"/>
                      <a:pt x="311" y="779"/>
                    </a:cubicBezTo>
                    <a:cubicBezTo>
                      <a:pt x="8919" y="838"/>
                      <a:pt x="17515" y="969"/>
                      <a:pt x="26123" y="993"/>
                    </a:cubicBezTo>
                    <a:cubicBezTo>
                      <a:pt x="30469" y="993"/>
                      <a:pt x="34827" y="1005"/>
                      <a:pt x="39173" y="1017"/>
                    </a:cubicBezTo>
                    <a:lnTo>
                      <a:pt x="45697" y="1017"/>
                    </a:lnTo>
                    <a:cubicBezTo>
                      <a:pt x="46954" y="1017"/>
                      <a:pt x="48240" y="1074"/>
                      <a:pt x="49518" y="1074"/>
                    </a:cubicBezTo>
                    <a:cubicBezTo>
                      <a:pt x="50431" y="1074"/>
                      <a:pt x="51341" y="1045"/>
                      <a:pt x="52234" y="946"/>
                    </a:cubicBezTo>
                    <a:cubicBezTo>
                      <a:pt x="52769" y="898"/>
                      <a:pt x="52769" y="172"/>
                      <a:pt x="52234" y="124"/>
                    </a:cubicBezTo>
                    <a:cubicBezTo>
                      <a:pt x="51369" y="29"/>
                      <a:pt x="50490" y="1"/>
                      <a:pt x="49607" y="1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40" name="Google Shape;2624;p40">
              <a:extLst>
                <a:ext uri="{FF2B5EF4-FFF2-40B4-BE49-F238E27FC236}">
                  <a16:creationId xmlns:a16="http://schemas.microsoft.com/office/drawing/2014/main" id="{BD6D962C-DF87-0C8C-F28B-42013D24A91C}"/>
                </a:ext>
              </a:extLst>
            </p:cNvPr>
            <p:cNvSpPr txBox="1"/>
            <p:nvPr/>
          </p:nvSpPr>
          <p:spPr>
            <a:xfrm>
              <a:off x="1062759" y="3731564"/>
              <a:ext cx="2191963" cy="6082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-US" sz="1200" b="1" spc="60" dirty="0">
                  <a:solidFill>
                    <a:srgbClr val="FF0000"/>
                  </a:solidFill>
                  <a:latin typeface="Syne" pitchFamily="2" charset="0"/>
                  <a:ea typeface="Roboto Mono" panose="00000009000000000000" pitchFamily="49" charset="0"/>
                </a:rPr>
                <a:t>Title for the HTML page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CACAAFF-1783-93F8-2C79-01BF7E604880}"/>
              </a:ext>
            </a:extLst>
          </p:cNvPr>
          <p:cNvGrpSpPr>
            <a:grpSpLocks/>
          </p:cNvGrpSpPr>
          <p:nvPr/>
        </p:nvGrpSpPr>
        <p:grpSpPr>
          <a:xfrm>
            <a:off x="2908028" y="5702975"/>
            <a:ext cx="2768866" cy="427343"/>
            <a:chOff x="915174" y="3666866"/>
            <a:chExt cx="2373491" cy="735965"/>
          </a:xfrm>
        </p:grpSpPr>
        <p:grpSp>
          <p:nvGrpSpPr>
            <p:cNvPr id="53" name="Google Shape;2613;p40">
              <a:extLst>
                <a:ext uri="{FF2B5EF4-FFF2-40B4-BE49-F238E27FC236}">
                  <a16:creationId xmlns:a16="http://schemas.microsoft.com/office/drawing/2014/main" id="{7114D8FF-8B2C-84CB-34FB-7B0473560E02}"/>
                </a:ext>
              </a:extLst>
            </p:cNvPr>
            <p:cNvGrpSpPr/>
            <p:nvPr/>
          </p:nvGrpSpPr>
          <p:grpSpPr>
            <a:xfrm>
              <a:off x="915174" y="3666866"/>
              <a:ext cx="2373491" cy="735965"/>
              <a:chOff x="3890825" y="1255526"/>
              <a:chExt cx="1333825" cy="314374"/>
            </a:xfrm>
          </p:grpSpPr>
          <p:sp>
            <p:nvSpPr>
              <p:cNvPr id="55" name="Google Shape;2614;p40">
                <a:extLst>
                  <a:ext uri="{FF2B5EF4-FFF2-40B4-BE49-F238E27FC236}">
                    <a16:creationId xmlns:a16="http://schemas.microsoft.com/office/drawing/2014/main" id="{8ECC48E8-DB47-0CBF-7609-E87491CA3F57}"/>
                  </a:ext>
                </a:extLst>
              </p:cNvPr>
              <p:cNvSpPr/>
              <p:nvPr/>
            </p:nvSpPr>
            <p:spPr>
              <a:xfrm>
                <a:off x="3890825" y="1296425"/>
                <a:ext cx="17875" cy="268200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0728" extrusionOk="0">
                    <a:moveTo>
                      <a:pt x="358" y="0"/>
                    </a:moveTo>
                    <a:cubicBezTo>
                      <a:pt x="250" y="0"/>
                      <a:pt x="143" y="72"/>
                      <a:pt x="143" y="215"/>
                    </a:cubicBezTo>
                    <a:cubicBezTo>
                      <a:pt x="119" y="3620"/>
                      <a:pt x="0" y="7037"/>
                      <a:pt x="60" y="10442"/>
                    </a:cubicBezTo>
                    <a:cubicBezTo>
                      <a:pt x="66" y="10632"/>
                      <a:pt x="212" y="10728"/>
                      <a:pt x="358" y="10728"/>
                    </a:cubicBezTo>
                    <a:cubicBezTo>
                      <a:pt x="503" y="10728"/>
                      <a:pt x="649" y="10632"/>
                      <a:pt x="655" y="10442"/>
                    </a:cubicBezTo>
                    <a:cubicBezTo>
                      <a:pt x="715" y="7037"/>
                      <a:pt x="584" y="3620"/>
                      <a:pt x="572" y="215"/>
                    </a:cubicBezTo>
                    <a:cubicBezTo>
                      <a:pt x="572" y="72"/>
                      <a:pt x="465" y="0"/>
                      <a:pt x="358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2615;p40">
                <a:extLst>
                  <a:ext uri="{FF2B5EF4-FFF2-40B4-BE49-F238E27FC236}">
                    <a16:creationId xmlns:a16="http://schemas.microsoft.com/office/drawing/2014/main" id="{FF224FD7-961F-6E80-80B9-2357EA39A799}"/>
                  </a:ext>
                </a:extLst>
              </p:cNvPr>
              <p:cNvSpPr/>
              <p:nvPr/>
            </p:nvSpPr>
            <p:spPr>
              <a:xfrm>
                <a:off x="3893500" y="1544750"/>
                <a:ext cx="133115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53246" h="1006" extrusionOk="0">
                    <a:moveTo>
                      <a:pt x="43362" y="1"/>
                    </a:moveTo>
                    <a:cubicBezTo>
                      <a:pt x="37779" y="1"/>
                      <a:pt x="32196" y="65"/>
                      <a:pt x="26623" y="80"/>
                    </a:cubicBezTo>
                    <a:cubicBezTo>
                      <a:pt x="17824" y="92"/>
                      <a:pt x="9037" y="152"/>
                      <a:pt x="251" y="307"/>
                    </a:cubicBezTo>
                    <a:cubicBezTo>
                      <a:pt x="1" y="318"/>
                      <a:pt x="1" y="699"/>
                      <a:pt x="251" y="699"/>
                    </a:cubicBezTo>
                    <a:cubicBezTo>
                      <a:pt x="8942" y="854"/>
                      <a:pt x="17634" y="914"/>
                      <a:pt x="26325" y="938"/>
                    </a:cubicBezTo>
                    <a:cubicBezTo>
                      <a:pt x="31923" y="945"/>
                      <a:pt x="37525" y="1006"/>
                      <a:pt x="43126" y="1006"/>
                    </a:cubicBezTo>
                    <a:cubicBezTo>
                      <a:pt x="46317" y="1006"/>
                      <a:pt x="49508" y="986"/>
                      <a:pt x="52698" y="926"/>
                    </a:cubicBezTo>
                    <a:cubicBezTo>
                      <a:pt x="53245" y="914"/>
                      <a:pt x="53245" y="92"/>
                      <a:pt x="52698" y="80"/>
                    </a:cubicBezTo>
                    <a:cubicBezTo>
                      <a:pt x="49587" y="21"/>
                      <a:pt x="46474" y="1"/>
                      <a:pt x="43362" y="1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2616;p40">
                <a:extLst>
                  <a:ext uri="{FF2B5EF4-FFF2-40B4-BE49-F238E27FC236}">
                    <a16:creationId xmlns:a16="http://schemas.microsoft.com/office/drawing/2014/main" id="{BECB18C7-D508-6702-5208-ECA482BBAAF2}"/>
                  </a:ext>
                </a:extLst>
              </p:cNvPr>
              <p:cNvSpPr/>
              <p:nvPr/>
            </p:nvSpPr>
            <p:spPr>
              <a:xfrm>
                <a:off x="5194850" y="1280425"/>
                <a:ext cx="19075" cy="2749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10999" extrusionOk="0">
                    <a:moveTo>
                      <a:pt x="380" y="0"/>
                    </a:moveTo>
                    <a:cubicBezTo>
                      <a:pt x="212" y="0"/>
                      <a:pt x="42" y="110"/>
                      <a:pt x="36" y="331"/>
                    </a:cubicBezTo>
                    <a:cubicBezTo>
                      <a:pt x="1" y="3819"/>
                      <a:pt x="108" y="7320"/>
                      <a:pt x="191" y="10820"/>
                    </a:cubicBezTo>
                    <a:cubicBezTo>
                      <a:pt x="191" y="10939"/>
                      <a:pt x="283" y="10999"/>
                      <a:pt x="376" y="10999"/>
                    </a:cubicBezTo>
                    <a:cubicBezTo>
                      <a:pt x="468" y="10999"/>
                      <a:pt x="560" y="10939"/>
                      <a:pt x="560" y="10820"/>
                    </a:cubicBezTo>
                    <a:cubicBezTo>
                      <a:pt x="644" y="7320"/>
                      <a:pt x="763" y="3819"/>
                      <a:pt x="715" y="331"/>
                    </a:cubicBezTo>
                    <a:cubicBezTo>
                      <a:pt x="715" y="110"/>
                      <a:pt x="548" y="0"/>
                      <a:pt x="380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2617;p40">
                <a:extLst>
                  <a:ext uri="{FF2B5EF4-FFF2-40B4-BE49-F238E27FC236}">
                    <a16:creationId xmlns:a16="http://schemas.microsoft.com/office/drawing/2014/main" id="{EE7E00D4-6D68-5A0B-2BDF-589AF5838C97}"/>
                  </a:ext>
                </a:extLst>
              </p:cNvPr>
              <p:cNvSpPr/>
              <p:nvPr/>
            </p:nvSpPr>
            <p:spPr>
              <a:xfrm>
                <a:off x="3892000" y="1255526"/>
                <a:ext cx="1319250" cy="26850"/>
              </a:xfrm>
              <a:custGeom>
                <a:avLst/>
                <a:gdLst/>
                <a:ahLst/>
                <a:cxnLst/>
                <a:rect l="l" t="t" r="r" b="b"/>
                <a:pathLst>
                  <a:path w="52770" h="1074" extrusionOk="0">
                    <a:moveTo>
                      <a:pt x="49607" y="1"/>
                    </a:moveTo>
                    <a:cubicBezTo>
                      <a:pt x="48399" y="1"/>
                      <a:pt x="47185" y="53"/>
                      <a:pt x="45995" y="53"/>
                    </a:cubicBezTo>
                    <a:lnTo>
                      <a:pt x="39470" y="53"/>
                    </a:lnTo>
                    <a:cubicBezTo>
                      <a:pt x="35124" y="65"/>
                      <a:pt x="30767" y="76"/>
                      <a:pt x="26421" y="88"/>
                    </a:cubicBezTo>
                    <a:cubicBezTo>
                      <a:pt x="17717" y="100"/>
                      <a:pt x="9014" y="231"/>
                      <a:pt x="311" y="291"/>
                    </a:cubicBezTo>
                    <a:cubicBezTo>
                      <a:pt x="1" y="303"/>
                      <a:pt x="1" y="767"/>
                      <a:pt x="311" y="779"/>
                    </a:cubicBezTo>
                    <a:cubicBezTo>
                      <a:pt x="8919" y="838"/>
                      <a:pt x="17515" y="969"/>
                      <a:pt x="26123" y="993"/>
                    </a:cubicBezTo>
                    <a:cubicBezTo>
                      <a:pt x="30469" y="993"/>
                      <a:pt x="34827" y="1005"/>
                      <a:pt x="39173" y="1017"/>
                    </a:cubicBezTo>
                    <a:lnTo>
                      <a:pt x="45697" y="1017"/>
                    </a:lnTo>
                    <a:cubicBezTo>
                      <a:pt x="46954" y="1017"/>
                      <a:pt x="48240" y="1074"/>
                      <a:pt x="49518" y="1074"/>
                    </a:cubicBezTo>
                    <a:cubicBezTo>
                      <a:pt x="50431" y="1074"/>
                      <a:pt x="51341" y="1045"/>
                      <a:pt x="52234" y="946"/>
                    </a:cubicBezTo>
                    <a:cubicBezTo>
                      <a:pt x="52769" y="898"/>
                      <a:pt x="52769" y="172"/>
                      <a:pt x="52234" y="124"/>
                    </a:cubicBezTo>
                    <a:cubicBezTo>
                      <a:pt x="51369" y="29"/>
                      <a:pt x="50490" y="1"/>
                      <a:pt x="49607" y="1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4" name="Google Shape;2624;p40">
              <a:extLst>
                <a:ext uri="{FF2B5EF4-FFF2-40B4-BE49-F238E27FC236}">
                  <a16:creationId xmlns:a16="http://schemas.microsoft.com/office/drawing/2014/main" id="{A47A22B8-CBC4-8F02-9086-B36A8B695BB4}"/>
                </a:ext>
              </a:extLst>
            </p:cNvPr>
            <p:cNvSpPr txBox="1"/>
            <p:nvPr/>
          </p:nvSpPr>
          <p:spPr>
            <a:xfrm>
              <a:off x="1062759" y="3731564"/>
              <a:ext cx="2191963" cy="6082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-US" sz="1200" b="1" spc="60" dirty="0">
                  <a:solidFill>
                    <a:srgbClr val="FF0000"/>
                  </a:solidFill>
                  <a:latin typeface="Syne" pitchFamily="2" charset="0"/>
                  <a:ea typeface="Roboto Mono" panose="00000009000000000000" pitchFamily="49" charset="0"/>
                </a:rPr>
                <a:t>Defines a large heading</a:t>
              </a:r>
            </a:p>
          </p:txBody>
        </p:sp>
      </p:grpSp>
      <p:pic>
        <p:nvPicPr>
          <p:cNvPr id="59" name="Graphic 58" descr="Line arrow: Clockwise curve with solid fill">
            <a:extLst>
              <a:ext uri="{FF2B5EF4-FFF2-40B4-BE49-F238E27FC236}">
                <a16:creationId xmlns:a16="http://schemas.microsoft.com/office/drawing/2014/main" id="{959FBF87-7299-8F1B-CF1B-3BD03810B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782941">
            <a:off x="3722603" y="5086078"/>
            <a:ext cx="382569" cy="601676"/>
          </a:xfrm>
          <a:prstGeom prst="rect">
            <a:avLst/>
          </a:prstGeom>
        </p:spPr>
      </p:pic>
      <p:pic>
        <p:nvPicPr>
          <p:cNvPr id="60" name="Graphic 59" descr="Line arrow: Clockwise curve with solid fill">
            <a:extLst>
              <a:ext uri="{FF2B5EF4-FFF2-40B4-BE49-F238E27FC236}">
                <a16:creationId xmlns:a16="http://schemas.microsoft.com/office/drawing/2014/main" id="{FFC8A99B-405E-E7DC-E48C-A79F5D43E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917697">
            <a:off x="3535055" y="3423536"/>
            <a:ext cx="513893" cy="6016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6" grpId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11;p25">
            <a:extLst>
              <a:ext uri="{FF2B5EF4-FFF2-40B4-BE49-F238E27FC236}">
                <a16:creationId xmlns:a16="http://schemas.microsoft.com/office/drawing/2014/main" id="{A4F534FC-5229-2A88-4CEA-02B4F3ADA3C8}"/>
              </a:ext>
            </a:extLst>
          </p:cNvPr>
          <p:cNvSpPr txBox="1">
            <a:spLocks/>
          </p:cNvSpPr>
          <p:nvPr/>
        </p:nvSpPr>
        <p:spPr>
          <a:xfrm>
            <a:off x="657836" y="333888"/>
            <a:ext cx="11187732" cy="139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6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How</a:t>
            </a:r>
            <a:r>
              <a:rPr lang="en-US" sz="3500" dirty="0">
                <a:solidFill>
                  <a:schemeClr val="bg2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 </a:t>
            </a:r>
            <a:r>
              <a:rPr lang="en-US" sz="3500" dirty="0">
                <a:solidFill>
                  <a:srgbClr val="FFC00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browsers</a:t>
            </a:r>
            <a:r>
              <a:rPr lang="en-US" sz="3500" dirty="0">
                <a:solidFill>
                  <a:schemeClr val="bg2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 </a:t>
            </a:r>
            <a:r>
              <a:rPr lang="en-US" sz="3500" dirty="0">
                <a:solidFill>
                  <a:schemeClr val="bg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determine the </a:t>
            </a:r>
            <a:r>
              <a:rPr lang="en-US" sz="3500" dirty="0">
                <a:solidFill>
                  <a:srgbClr val="FFC00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language</a:t>
            </a:r>
            <a:r>
              <a:rPr lang="en-US" sz="3500" dirty="0">
                <a:solidFill>
                  <a:schemeClr val="bg2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 </a:t>
            </a:r>
          </a:p>
          <a:p>
            <a:pPr algn="ctr"/>
            <a:r>
              <a:rPr lang="en-US" sz="3500" dirty="0">
                <a:solidFill>
                  <a:schemeClr val="bg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                        of</a:t>
            </a:r>
            <a:r>
              <a:rPr lang="en-US" sz="3500" dirty="0">
                <a:solidFill>
                  <a:schemeClr val="bg2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 </a:t>
            </a:r>
            <a:r>
              <a:rPr lang="en-US" sz="3500" dirty="0">
                <a:solidFill>
                  <a:schemeClr val="bg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an</a:t>
            </a:r>
            <a:r>
              <a:rPr lang="en-US" sz="3500" dirty="0">
                <a:solidFill>
                  <a:schemeClr val="bg2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 </a:t>
            </a:r>
            <a:r>
              <a:rPr lang="en-US" sz="3500" dirty="0">
                <a:solidFill>
                  <a:srgbClr val="16242F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sz="3500" dirty="0">
                <a:solidFill>
                  <a:schemeClr val="bg2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document?</a:t>
            </a:r>
          </a:p>
          <a:p>
            <a:pPr algn="ctr"/>
            <a:endParaRPr lang="en-US" sz="3500" dirty="0">
              <a:solidFill>
                <a:schemeClr val="bg2"/>
              </a:solidFill>
              <a:latin typeface="Mont Heavy DEMO" panose="00000A00000000000000" pitchFamily="50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  <p:pic>
        <p:nvPicPr>
          <p:cNvPr id="4" name="Picture 3" descr="A person teaching a group of children&#10;&#10;Description automatically generated">
            <a:extLst>
              <a:ext uri="{FF2B5EF4-FFF2-40B4-BE49-F238E27FC236}">
                <a16:creationId xmlns:a16="http://schemas.microsoft.com/office/drawing/2014/main" id="{F8F079CC-589E-1D9D-8B4F-3427EB8B1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523" y="1123577"/>
            <a:ext cx="7739090" cy="4353238"/>
          </a:xfrm>
          <a:prstGeom prst="rect">
            <a:avLst/>
          </a:prstGeom>
        </p:spPr>
      </p:pic>
      <p:pic>
        <p:nvPicPr>
          <p:cNvPr id="7" name="Picture 6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F0CE4AAD-F6A4-816A-547F-996D69AB8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0788" y="1408735"/>
            <a:ext cx="5855484" cy="5855484"/>
          </a:xfrm>
          <a:prstGeom prst="rect">
            <a:avLst/>
          </a:prstGeom>
        </p:spPr>
      </p:pic>
      <p:pic>
        <p:nvPicPr>
          <p:cNvPr id="8" name="Graphic 7" descr="Line arrow: Clockwise curve with solid fill">
            <a:extLst>
              <a:ext uri="{FF2B5EF4-FFF2-40B4-BE49-F238E27FC236}">
                <a16:creationId xmlns:a16="http://schemas.microsoft.com/office/drawing/2014/main" id="{84D58593-04A7-189F-0516-A6400F70A8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4331237" flipV="1">
            <a:off x="4959861" y="3068925"/>
            <a:ext cx="1609668" cy="285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51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418E89-51D6-F39C-9714-F36DB6C13089}"/>
              </a:ext>
            </a:extLst>
          </p:cNvPr>
          <p:cNvSpPr txBox="1"/>
          <p:nvPr/>
        </p:nvSpPr>
        <p:spPr>
          <a:xfrm>
            <a:off x="1512362" y="2399200"/>
            <a:ext cx="89898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solidFill>
                  <a:srgbClr val="7030A0"/>
                </a:solidFill>
                <a:latin typeface="Syne" pitchFamily="2" charset="0"/>
                <a:ea typeface="Roboto Mono" panose="00000009000000000000" pitchFamily="49" charset="0"/>
              </a:rPr>
              <a:t>&lt;html </a:t>
            </a:r>
            <a:r>
              <a:rPr lang="en-US" sz="7200" b="1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lang</a:t>
            </a:r>
            <a:r>
              <a:rPr lang="en-US" sz="7200" b="1" dirty="0">
                <a:solidFill>
                  <a:srgbClr val="7030A0"/>
                </a:solidFill>
                <a:latin typeface="Syne" pitchFamily="2" charset="0"/>
                <a:ea typeface="Roboto Mono" panose="00000009000000000000" pitchFamily="49" charset="0"/>
              </a:rPr>
              <a:t>=“</a:t>
            </a:r>
            <a:r>
              <a:rPr lang="en-US" sz="7200" b="1" dirty="0" err="1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en</a:t>
            </a:r>
            <a:r>
              <a:rPr lang="en-US" sz="7200" b="1" dirty="0">
                <a:solidFill>
                  <a:srgbClr val="7030A0"/>
                </a:solidFill>
                <a:latin typeface="Syne" pitchFamily="2" charset="0"/>
                <a:ea typeface="Roboto Mono" panose="00000009000000000000" pitchFamily="49" charset="0"/>
              </a:rPr>
              <a:t>”&gt;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E4E4A-91BD-40E2-53D0-D239A0E24809}"/>
              </a:ext>
            </a:extLst>
          </p:cNvPr>
          <p:cNvSpPr txBox="1"/>
          <p:nvPr/>
        </p:nvSpPr>
        <p:spPr>
          <a:xfrm>
            <a:off x="3109441" y="1432353"/>
            <a:ext cx="61271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5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The </a:t>
            </a:r>
            <a:r>
              <a:rPr lang="en-US" sz="1600" b="1" spc="5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lang</a:t>
            </a:r>
            <a:r>
              <a:rPr lang="en-US" sz="1600" b="1" spc="5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 attribute specifies the</a:t>
            </a:r>
          </a:p>
          <a:p>
            <a:pPr algn="ctr"/>
            <a:r>
              <a:rPr lang="en-US" sz="1600" b="1" spc="5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language of the element's content.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9978E4-7256-6E2A-9490-14C963A81EA9}"/>
              </a:ext>
            </a:extLst>
          </p:cNvPr>
          <p:cNvSpPr txBox="1"/>
          <p:nvPr/>
        </p:nvSpPr>
        <p:spPr>
          <a:xfrm>
            <a:off x="6336605" y="3878121"/>
            <a:ext cx="48607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5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Specifies the </a:t>
            </a:r>
            <a:r>
              <a:rPr lang="en-US" sz="1600" b="1" spc="5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language</a:t>
            </a:r>
            <a:r>
              <a:rPr lang="en-US" sz="1600" b="1" spc="5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 code</a:t>
            </a:r>
          </a:p>
          <a:p>
            <a:pPr algn="ctr"/>
            <a:r>
              <a:rPr lang="en-US" sz="1600" b="1" spc="5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for the element's content</a:t>
            </a: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FF6972F4-2828-8702-65D6-9BEC84F10D32}"/>
              </a:ext>
            </a:extLst>
          </p:cNvPr>
          <p:cNvSpPr/>
          <p:nvPr/>
        </p:nvSpPr>
        <p:spPr>
          <a:xfrm rot="16200000" flipV="1">
            <a:off x="5814565" y="1311102"/>
            <a:ext cx="385448" cy="1979693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2BCB335A-2C18-B2A3-A9D1-573177846D22}"/>
              </a:ext>
            </a:extLst>
          </p:cNvPr>
          <p:cNvSpPr/>
          <p:nvPr/>
        </p:nvSpPr>
        <p:spPr>
          <a:xfrm rot="16200000" flipH="1">
            <a:off x="8600489" y="2948815"/>
            <a:ext cx="332939" cy="1354590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6D7EA0-4E4E-BD22-8A84-1EE6D97D116B}"/>
              </a:ext>
            </a:extLst>
          </p:cNvPr>
          <p:cNvGrpSpPr/>
          <p:nvPr/>
        </p:nvGrpSpPr>
        <p:grpSpPr>
          <a:xfrm>
            <a:off x="1354188" y="4654650"/>
            <a:ext cx="7461822" cy="1110046"/>
            <a:chOff x="2045479" y="4216126"/>
            <a:chExt cx="3419237" cy="48173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B7DF5DC-7D98-3B9C-E53B-CEDE73E46AAF}"/>
                </a:ext>
              </a:extLst>
            </p:cNvPr>
            <p:cNvSpPr/>
            <p:nvPr/>
          </p:nvSpPr>
          <p:spPr>
            <a:xfrm>
              <a:off x="2086493" y="4216126"/>
              <a:ext cx="3364924" cy="481731"/>
            </a:xfrm>
            <a:prstGeom prst="roundRect">
              <a:avLst/>
            </a:prstGeom>
            <a:solidFill>
              <a:srgbClr val="16242F"/>
            </a:solidFill>
            <a:ln>
              <a:solidFill>
                <a:srgbClr val="1624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latin typeface="Syne" pitchFamily="2" charset="0"/>
                <a:ea typeface="Roboto Mono" panose="00000009000000000000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EB38628-133D-9E40-B26D-8CB4DD1A6009}"/>
                </a:ext>
              </a:extLst>
            </p:cNvPr>
            <p:cNvSpPr txBox="1"/>
            <p:nvPr/>
          </p:nvSpPr>
          <p:spPr>
            <a:xfrm>
              <a:off x="2045479" y="4370172"/>
              <a:ext cx="3419237" cy="17363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2000" spc="80" dirty="0">
                  <a:solidFill>
                    <a:srgbClr val="BA94E9"/>
                  </a:solidFill>
                  <a:latin typeface="Syne" pitchFamily="2" charset="0"/>
                  <a:ea typeface="Roboto Mono" panose="00000009000000000000" pitchFamily="49" charset="0"/>
                </a:rPr>
                <a:t> &lt;html lang=“</a:t>
              </a:r>
              <a:r>
                <a:rPr lang="en-US" sz="2000" spc="80" dirty="0">
                  <a:solidFill>
                    <a:schemeClr val="bg2"/>
                  </a:solidFill>
                  <a:latin typeface="Syne" pitchFamily="2" charset="0"/>
                  <a:ea typeface="Roboto Mono" panose="00000009000000000000" pitchFamily="49" charset="0"/>
                </a:rPr>
                <a:t>hi</a:t>
              </a:r>
              <a:r>
                <a:rPr lang="en-US" sz="2000" spc="80" dirty="0">
                  <a:solidFill>
                    <a:srgbClr val="BA94E9"/>
                  </a:solidFill>
                  <a:latin typeface="Syne" pitchFamily="2" charset="0"/>
                  <a:ea typeface="Roboto Mono" panose="00000009000000000000" pitchFamily="49" charset="0"/>
                </a:rPr>
                <a:t>”&gt;   &lt;html lang=“</a:t>
              </a:r>
              <a:r>
                <a:rPr lang="en-US" sz="2000" spc="80" dirty="0">
                  <a:solidFill>
                    <a:schemeClr val="bg2"/>
                  </a:solidFill>
                  <a:latin typeface="Syne" pitchFamily="2" charset="0"/>
                  <a:ea typeface="Roboto Mono" panose="00000009000000000000" pitchFamily="49" charset="0"/>
                </a:rPr>
                <a:t>ko</a:t>
              </a:r>
              <a:r>
                <a:rPr lang="en-US" sz="2000" spc="80" dirty="0">
                  <a:solidFill>
                    <a:srgbClr val="BA94E9"/>
                  </a:solidFill>
                  <a:latin typeface="Syne" pitchFamily="2" charset="0"/>
                  <a:ea typeface="Roboto Mono" panose="00000009000000000000" pitchFamily="49" charset="0"/>
                </a:rPr>
                <a:t>”&gt;   &lt;html lang=“</a:t>
              </a:r>
              <a:r>
                <a:rPr lang="en-US" sz="2000" spc="80" dirty="0" err="1">
                  <a:solidFill>
                    <a:schemeClr val="bg2"/>
                  </a:solidFill>
                  <a:latin typeface="Syne" pitchFamily="2" charset="0"/>
                  <a:ea typeface="Roboto Mono" panose="00000009000000000000" pitchFamily="49" charset="0"/>
                </a:rPr>
                <a:t>fr</a:t>
              </a:r>
              <a:r>
                <a:rPr lang="en-US" sz="2000" spc="80" dirty="0">
                  <a:solidFill>
                    <a:srgbClr val="BA94E9"/>
                  </a:solidFill>
                  <a:latin typeface="Syne" pitchFamily="2" charset="0"/>
                  <a:ea typeface="Roboto Mono" panose="00000009000000000000" pitchFamily="49" charset="0"/>
                </a:rPr>
                <a:t>”&gt; </a:t>
              </a:r>
            </a:p>
          </p:txBody>
        </p:sp>
      </p:grpSp>
      <p:pic>
        <p:nvPicPr>
          <p:cNvPr id="3" name="Picture 2" descr="A person teaching a group of children&#10;&#10;Description automatically generated">
            <a:extLst>
              <a:ext uri="{FF2B5EF4-FFF2-40B4-BE49-F238E27FC236}">
                <a16:creationId xmlns:a16="http://schemas.microsoft.com/office/drawing/2014/main" id="{91231AC5-3716-FDB3-9C55-9A7C16FA9E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480" y="-81093"/>
            <a:ext cx="5059831" cy="284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67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603A8D-C6AA-AB13-7C62-04E52E41713E}"/>
              </a:ext>
            </a:extLst>
          </p:cNvPr>
          <p:cNvSpPr txBox="1"/>
          <p:nvPr/>
        </p:nvSpPr>
        <p:spPr>
          <a:xfrm>
            <a:off x="1673419" y="2844224"/>
            <a:ext cx="859900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0" dirty="0">
                <a:solidFill>
                  <a:srgbClr val="FFC00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sz="7000" dirty="0"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ATTRIBUTES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A6FB4EA-0335-1951-EE7B-7FFF9BACE5FB}"/>
              </a:ext>
            </a:extLst>
          </p:cNvPr>
          <p:cNvGrpSpPr/>
          <p:nvPr/>
        </p:nvGrpSpPr>
        <p:grpSpPr>
          <a:xfrm>
            <a:off x="9238752" y="-62949"/>
            <a:ext cx="3648407" cy="2794553"/>
            <a:chOff x="7898296" y="291547"/>
            <a:chExt cx="3648407" cy="2794553"/>
          </a:xfrm>
        </p:grpSpPr>
        <p:pic>
          <p:nvPicPr>
            <p:cNvPr id="4" name="Picture 3" descr="A white speech bubble with black text&#10;&#10;Description automatically generated">
              <a:extLst>
                <a:ext uri="{FF2B5EF4-FFF2-40B4-BE49-F238E27FC236}">
                  <a16:creationId xmlns:a16="http://schemas.microsoft.com/office/drawing/2014/main" id="{6FBD472D-44E2-63E6-EFBD-ADC17F307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98296" y="291547"/>
              <a:ext cx="2663687" cy="2663687"/>
            </a:xfrm>
            <a:prstGeom prst="rect">
              <a:avLst/>
            </a:prstGeom>
          </p:spPr>
        </p:pic>
        <p:pic>
          <p:nvPicPr>
            <p:cNvPr id="6" name="Picture 5" descr="A white lines on a black background&#10;&#10;Description automatically generated">
              <a:extLst>
                <a:ext uri="{FF2B5EF4-FFF2-40B4-BE49-F238E27FC236}">
                  <a16:creationId xmlns:a16="http://schemas.microsoft.com/office/drawing/2014/main" id="{5B7ACA00-9DC4-539A-7340-9F6C83E44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62490" y="1744980"/>
              <a:ext cx="2384213" cy="1341120"/>
            </a:xfrm>
            <a:prstGeom prst="rect">
              <a:avLst/>
            </a:prstGeom>
          </p:spPr>
        </p:pic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44A281-2AC6-9533-F237-AC042F71B2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02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6CFF04-624D-E3AE-7512-5C23C85BBC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ea typeface="Urbanist" panose="020B0A04040200000203" pitchFamily="34" charset="0"/>
                <a:cs typeface="Urbanist" panose="020B0A04040200000203" pitchFamily="34" charset="0"/>
              </a:rPr>
              <a:t>ATTRIBUTES</a:t>
            </a:r>
          </a:p>
        </p:txBody>
      </p:sp>
    </p:spTree>
    <p:extLst>
      <p:ext uri="{BB962C8B-B14F-4D97-AF65-F5344CB8AC3E}">
        <p14:creationId xmlns:p14="http://schemas.microsoft.com/office/powerpoint/2010/main" val="3930920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3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>
          <a:extLst>
            <a:ext uri="{FF2B5EF4-FFF2-40B4-BE49-F238E27FC236}">
              <a16:creationId xmlns:a16="http://schemas.microsoft.com/office/drawing/2014/main" id="{6734C337-AC76-338D-4319-78EDF5DF0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itting in front of a computer screen&#10;&#10;Description automatically generated">
            <a:extLst>
              <a:ext uri="{FF2B5EF4-FFF2-40B4-BE49-F238E27FC236}">
                <a16:creationId xmlns:a16="http://schemas.microsoft.com/office/drawing/2014/main" id="{3B05B0AE-D780-4525-CE46-A1DED4DF2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965" y="-373346"/>
            <a:ext cx="5208504" cy="29297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1AD1F3-702F-F35D-A2DA-3DDA80886A92}"/>
              </a:ext>
            </a:extLst>
          </p:cNvPr>
          <p:cNvSpPr txBox="1"/>
          <p:nvPr/>
        </p:nvSpPr>
        <p:spPr>
          <a:xfrm>
            <a:off x="1512362" y="2200417"/>
            <a:ext cx="89898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solidFill>
                  <a:srgbClr val="7030A0"/>
                </a:solidFill>
                <a:latin typeface="Syne" pitchFamily="2" charset="0"/>
                <a:ea typeface="Roboto Mono" panose="00000009000000000000" pitchFamily="49" charset="0"/>
              </a:rPr>
              <a:t>&lt;html </a:t>
            </a:r>
            <a:r>
              <a:rPr lang="en-US" sz="7200" b="1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lang</a:t>
            </a:r>
            <a:r>
              <a:rPr lang="en-US" sz="7200" b="1" dirty="0">
                <a:solidFill>
                  <a:srgbClr val="7030A0"/>
                </a:solidFill>
                <a:latin typeface="Syne" pitchFamily="2" charset="0"/>
                <a:ea typeface="Roboto Mono" panose="00000009000000000000" pitchFamily="49" charset="0"/>
              </a:rPr>
              <a:t>=“</a:t>
            </a:r>
            <a:r>
              <a:rPr lang="en-US" sz="7200" b="1" dirty="0" err="1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en</a:t>
            </a:r>
            <a:r>
              <a:rPr lang="en-US" sz="7200" b="1" dirty="0">
                <a:solidFill>
                  <a:srgbClr val="7030A0"/>
                </a:solidFill>
                <a:latin typeface="Syne" pitchFamily="2" charset="0"/>
                <a:ea typeface="Roboto Mono" panose="00000009000000000000" pitchFamily="49" charset="0"/>
              </a:rPr>
              <a:t>”&gt;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370132-1823-9018-430D-F72741703FAC}"/>
              </a:ext>
            </a:extLst>
          </p:cNvPr>
          <p:cNvSpPr txBox="1"/>
          <p:nvPr/>
        </p:nvSpPr>
        <p:spPr>
          <a:xfrm>
            <a:off x="2950417" y="1412472"/>
            <a:ext cx="61271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5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The </a:t>
            </a:r>
            <a:r>
              <a:rPr lang="en-US" sz="1600" b="1" spc="5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lang</a:t>
            </a:r>
            <a:r>
              <a:rPr lang="en-US" sz="1600" b="1" spc="5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 attribute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E202BE-7D31-70C6-3A91-C7CB4E8691FC}"/>
              </a:ext>
            </a:extLst>
          </p:cNvPr>
          <p:cNvSpPr txBox="1"/>
          <p:nvPr/>
        </p:nvSpPr>
        <p:spPr>
          <a:xfrm>
            <a:off x="6336605" y="3679338"/>
            <a:ext cx="48607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5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Specifies the </a:t>
            </a:r>
            <a:r>
              <a:rPr lang="en-US" sz="1600" b="1" spc="5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language</a:t>
            </a:r>
            <a:r>
              <a:rPr lang="en-US" sz="1600" b="1" spc="5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 code</a:t>
            </a:r>
          </a:p>
          <a:p>
            <a:pPr algn="ctr"/>
            <a:r>
              <a:rPr lang="en-US" sz="1600" b="1" spc="5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for the element's content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ED2AB66-8D78-21E2-BA34-D155110CFBD5}"/>
              </a:ext>
            </a:extLst>
          </p:cNvPr>
          <p:cNvSpPr/>
          <p:nvPr/>
        </p:nvSpPr>
        <p:spPr>
          <a:xfrm rot="16200000" flipV="1">
            <a:off x="5814565" y="1112319"/>
            <a:ext cx="385448" cy="1979693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780E7474-68D1-E93E-8267-887474772C3F}"/>
              </a:ext>
            </a:extLst>
          </p:cNvPr>
          <p:cNvSpPr/>
          <p:nvPr/>
        </p:nvSpPr>
        <p:spPr>
          <a:xfrm rot="16200000" flipH="1">
            <a:off x="8600489" y="2750032"/>
            <a:ext cx="332939" cy="1354590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8F218E-EE66-AA90-5147-C5BA0ECC7650}"/>
              </a:ext>
            </a:extLst>
          </p:cNvPr>
          <p:cNvSpPr txBox="1"/>
          <p:nvPr/>
        </p:nvSpPr>
        <p:spPr>
          <a:xfrm>
            <a:off x="649275" y="4347057"/>
            <a:ext cx="7122829" cy="2355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Attributes</a:t>
            </a:r>
            <a:r>
              <a:rPr lang="en-US" sz="2000" spc="7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 are used along with the HTML tags to define the characteristics of the element.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spc="70" dirty="0">
              <a:solidFill>
                <a:srgbClr val="1F3240"/>
              </a:solidFill>
              <a:latin typeface="Syne" pitchFamily="2" charset="0"/>
              <a:ea typeface="Roboto Mono" panose="00000009000000000000" pitchFamily="49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Attributes</a:t>
            </a:r>
            <a:r>
              <a:rPr lang="en-US" sz="2000" spc="7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 provide additional information about elements</a:t>
            </a:r>
          </a:p>
        </p:txBody>
      </p:sp>
    </p:spTree>
    <p:extLst>
      <p:ext uri="{BB962C8B-B14F-4D97-AF65-F5344CB8AC3E}">
        <p14:creationId xmlns:p14="http://schemas.microsoft.com/office/powerpoint/2010/main" val="413055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0" grpId="0"/>
      <p:bldP spid="11" grpId="0" animBg="1"/>
      <p:bldP spid="13" grpId="0" animBg="1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32470C-8D23-229F-49CE-C0090781B241}"/>
              </a:ext>
            </a:extLst>
          </p:cNvPr>
          <p:cNvSpPr txBox="1"/>
          <p:nvPr/>
        </p:nvSpPr>
        <p:spPr>
          <a:xfrm>
            <a:off x="1174984" y="1526119"/>
            <a:ext cx="7313467" cy="5229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&lt;!DOCTYPE html&gt;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&lt;html lang="hi"&gt;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&lt;head&gt;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    &lt;meta charset="UTF-8"&gt;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    &lt;title&gt;</a:t>
            </a:r>
            <a:r>
              <a:rPr lang="en-US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Hindi Example</a:t>
            </a:r>
            <a:r>
              <a:rPr lang="en-US" sz="200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&lt;/title&gt;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&lt;/head&gt;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&lt;body&gt;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    &lt;p&gt; </a:t>
            </a:r>
            <a:r>
              <a:rPr lang="hi-IN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यह </a:t>
            </a:r>
            <a:r>
              <a:rPr lang="en-US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 </a:t>
            </a:r>
            <a:r>
              <a:rPr lang="hi-IN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एक </a:t>
            </a:r>
            <a:r>
              <a:rPr lang="en-US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 </a:t>
            </a:r>
            <a:r>
              <a:rPr lang="hi-IN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उदाहरण </a:t>
            </a:r>
            <a:r>
              <a:rPr lang="en-US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 </a:t>
            </a:r>
            <a:r>
              <a:rPr lang="hi-IN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है </a:t>
            </a:r>
            <a:r>
              <a:rPr lang="en-US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 </a:t>
            </a:r>
            <a:r>
              <a:rPr lang="hi-IN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कि </a:t>
            </a:r>
            <a:r>
              <a:rPr lang="en-US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 </a:t>
            </a:r>
            <a:r>
              <a:rPr lang="hi-IN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हिंदी </a:t>
            </a:r>
            <a:r>
              <a:rPr lang="en-US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 </a:t>
            </a:r>
            <a:r>
              <a:rPr lang="hi-IN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में </a:t>
            </a:r>
            <a:r>
              <a:rPr lang="en-US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 </a:t>
            </a:r>
            <a:r>
              <a:rPr lang="hi-IN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कैसे </a:t>
            </a:r>
            <a:r>
              <a:rPr lang="en-US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 </a:t>
            </a:r>
            <a:r>
              <a:rPr lang="hi-IN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लिखें</a:t>
            </a:r>
            <a:r>
              <a:rPr lang="en-US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&lt;/p&gt;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&lt;/body&gt;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&lt;/html&gt;</a:t>
            </a:r>
          </a:p>
          <a:p>
            <a:pPr marL="0" indent="0">
              <a:lnSpc>
                <a:spcPct val="200000"/>
              </a:lnSpc>
              <a:buFont typeface="Roboto Mono"/>
              <a:buNone/>
            </a:pP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" name="Google Shape;411;p25">
            <a:extLst>
              <a:ext uri="{FF2B5EF4-FFF2-40B4-BE49-F238E27FC236}">
                <a16:creationId xmlns:a16="http://schemas.microsoft.com/office/drawing/2014/main" id="{A4F534FC-5229-2A88-4CEA-02B4F3ADA3C8}"/>
              </a:ext>
            </a:extLst>
          </p:cNvPr>
          <p:cNvSpPr txBox="1">
            <a:spLocks/>
          </p:cNvSpPr>
          <p:nvPr/>
        </p:nvSpPr>
        <p:spPr>
          <a:xfrm>
            <a:off x="2295181" y="391785"/>
            <a:ext cx="8930865" cy="94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6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US" sz="3500" dirty="0">
                <a:solidFill>
                  <a:srgbClr val="FFC00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sz="3500" dirty="0">
                <a:solidFill>
                  <a:schemeClr val="tx2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DOCUMENTS </a:t>
            </a:r>
            <a:r>
              <a:rPr lang="en-US" sz="3500" dirty="0">
                <a:solidFill>
                  <a:schemeClr val="tx2"/>
                </a:solidFill>
                <a:latin typeface="Syne" pitchFamily="2" charset="0"/>
                <a:ea typeface="Roboto Mono" panose="00000009000000000000" pitchFamily="49" charset="0"/>
                <a:cs typeface="Urbanist" panose="020B0A04040200000203" pitchFamily="34" charset="0"/>
              </a:rPr>
              <a:t>(in Hindi)</a:t>
            </a:r>
            <a:endParaRPr lang="en-US" sz="3500" dirty="0">
              <a:solidFill>
                <a:schemeClr val="tx2"/>
              </a:solidFill>
              <a:latin typeface="Mont Heavy DEMO" panose="00000A00000000000000" pitchFamily="50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CACAAFF-1783-93F8-2C79-01BF7E604880}"/>
              </a:ext>
            </a:extLst>
          </p:cNvPr>
          <p:cNvGrpSpPr>
            <a:grpSpLocks/>
          </p:cNvGrpSpPr>
          <p:nvPr/>
        </p:nvGrpSpPr>
        <p:grpSpPr>
          <a:xfrm>
            <a:off x="6038527" y="3456471"/>
            <a:ext cx="5380099" cy="427343"/>
            <a:chOff x="915174" y="3666866"/>
            <a:chExt cx="2373491" cy="735965"/>
          </a:xfrm>
        </p:grpSpPr>
        <p:grpSp>
          <p:nvGrpSpPr>
            <p:cNvPr id="53" name="Google Shape;2613;p40">
              <a:extLst>
                <a:ext uri="{FF2B5EF4-FFF2-40B4-BE49-F238E27FC236}">
                  <a16:creationId xmlns:a16="http://schemas.microsoft.com/office/drawing/2014/main" id="{7114D8FF-8B2C-84CB-34FB-7B0473560E02}"/>
                </a:ext>
              </a:extLst>
            </p:cNvPr>
            <p:cNvGrpSpPr/>
            <p:nvPr/>
          </p:nvGrpSpPr>
          <p:grpSpPr>
            <a:xfrm>
              <a:off x="915174" y="3666866"/>
              <a:ext cx="2373491" cy="735965"/>
              <a:chOff x="3890825" y="1255526"/>
              <a:chExt cx="1333825" cy="314374"/>
            </a:xfrm>
          </p:grpSpPr>
          <p:sp>
            <p:nvSpPr>
              <p:cNvPr id="55" name="Google Shape;2614;p40">
                <a:extLst>
                  <a:ext uri="{FF2B5EF4-FFF2-40B4-BE49-F238E27FC236}">
                    <a16:creationId xmlns:a16="http://schemas.microsoft.com/office/drawing/2014/main" id="{8ECC48E8-DB47-0CBF-7609-E87491CA3F57}"/>
                  </a:ext>
                </a:extLst>
              </p:cNvPr>
              <p:cNvSpPr/>
              <p:nvPr/>
            </p:nvSpPr>
            <p:spPr>
              <a:xfrm>
                <a:off x="3890825" y="1296425"/>
                <a:ext cx="17875" cy="268200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0728" extrusionOk="0">
                    <a:moveTo>
                      <a:pt x="358" y="0"/>
                    </a:moveTo>
                    <a:cubicBezTo>
                      <a:pt x="250" y="0"/>
                      <a:pt x="143" y="72"/>
                      <a:pt x="143" y="215"/>
                    </a:cubicBezTo>
                    <a:cubicBezTo>
                      <a:pt x="119" y="3620"/>
                      <a:pt x="0" y="7037"/>
                      <a:pt x="60" y="10442"/>
                    </a:cubicBezTo>
                    <a:cubicBezTo>
                      <a:pt x="66" y="10632"/>
                      <a:pt x="212" y="10728"/>
                      <a:pt x="358" y="10728"/>
                    </a:cubicBezTo>
                    <a:cubicBezTo>
                      <a:pt x="503" y="10728"/>
                      <a:pt x="649" y="10632"/>
                      <a:pt x="655" y="10442"/>
                    </a:cubicBezTo>
                    <a:cubicBezTo>
                      <a:pt x="715" y="7037"/>
                      <a:pt x="584" y="3620"/>
                      <a:pt x="572" y="215"/>
                    </a:cubicBezTo>
                    <a:cubicBezTo>
                      <a:pt x="572" y="72"/>
                      <a:pt x="465" y="0"/>
                      <a:pt x="358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2615;p40">
                <a:extLst>
                  <a:ext uri="{FF2B5EF4-FFF2-40B4-BE49-F238E27FC236}">
                    <a16:creationId xmlns:a16="http://schemas.microsoft.com/office/drawing/2014/main" id="{FF224FD7-961F-6E80-80B9-2357EA39A799}"/>
                  </a:ext>
                </a:extLst>
              </p:cNvPr>
              <p:cNvSpPr/>
              <p:nvPr/>
            </p:nvSpPr>
            <p:spPr>
              <a:xfrm>
                <a:off x="3893500" y="1544750"/>
                <a:ext cx="133115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53246" h="1006" extrusionOk="0">
                    <a:moveTo>
                      <a:pt x="43362" y="1"/>
                    </a:moveTo>
                    <a:cubicBezTo>
                      <a:pt x="37779" y="1"/>
                      <a:pt x="32196" y="65"/>
                      <a:pt x="26623" y="80"/>
                    </a:cubicBezTo>
                    <a:cubicBezTo>
                      <a:pt x="17824" y="92"/>
                      <a:pt x="9037" y="152"/>
                      <a:pt x="251" y="307"/>
                    </a:cubicBezTo>
                    <a:cubicBezTo>
                      <a:pt x="1" y="318"/>
                      <a:pt x="1" y="699"/>
                      <a:pt x="251" y="699"/>
                    </a:cubicBezTo>
                    <a:cubicBezTo>
                      <a:pt x="8942" y="854"/>
                      <a:pt x="17634" y="914"/>
                      <a:pt x="26325" y="938"/>
                    </a:cubicBezTo>
                    <a:cubicBezTo>
                      <a:pt x="31923" y="945"/>
                      <a:pt x="37525" y="1006"/>
                      <a:pt x="43126" y="1006"/>
                    </a:cubicBezTo>
                    <a:cubicBezTo>
                      <a:pt x="46317" y="1006"/>
                      <a:pt x="49508" y="986"/>
                      <a:pt x="52698" y="926"/>
                    </a:cubicBezTo>
                    <a:cubicBezTo>
                      <a:pt x="53245" y="914"/>
                      <a:pt x="53245" y="92"/>
                      <a:pt x="52698" y="80"/>
                    </a:cubicBezTo>
                    <a:cubicBezTo>
                      <a:pt x="49587" y="21"/>
                      <a:pt x="46474" y="1"/>
                      <a:pt x="43362" y="1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2616;p40">
                <a:extLst>
                  <a:ext uri="{FF2B5EF4-FFF2-40B4-BE49-F238E27FC236}">
                    <a16:creationId xmlns:a16="http://schemas.microsoft.com/office/drawing/2014/main" id="{BECB18C7-D508-6702-5208-ECA482BBAAF2}"/>
                  </a:ext>
                </a:extLst>
              </p:cNvPr>
              <p:cNvSpPr/>
              <p:nvPr/>
            </p:nvSpPr>
            <p:spPr>
              <a:xfrm>
                <a:off x="5194850" y="1280425"/>
                <a:ext cx="19075" cy="2749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10999" extrusionOk="0">
                    <a:moveTo>
                      <a:pt x="380" y="0"/>
                    </a:moveTo>
                    <a:cubicBezTo>
                      <a:pt x="212" y="0"/>
                      <a:pt x="42" y="110"/>
                      <a:pt x="36" y="331"/>
                    </a:cubicBezTo>
                    <a:cubicBezTo>
                      <a:pt x="1" y="3819"/>
                      <a:pt x="108" y="7320"/>
                      <a:pt x="191" y="10820"/>
                    </a:cubicBezTo>
                    <a:cubicBezTo>
                      <a:pt x="191" y="10939"/>
                      <a:pt x="283" y="10999"/>
                      <a:pt x="376" y="10999"/>
                    </a:cubicBezTo>
                    <a:cubicBezTo>
                      <a:pt x="468" y="10999"/>
                      <a:pt x="560" y="10939"/>
                      <a:pt x="560" y="10820"/>
                    </a:cubicBezTo>
                    <a:cubicBezTo>
                      <a:pt x="644" y="7320"/>
                      <a:pt x="763" y="3819"/>
                      <a:pt x="715" y="331"/>
                    </a:cubicBezTo>
                    <a:cubicBezTo>
                      <a:pt x="715" y="110"/>
                      <a:pt x="548" y="0"/>
                      <a:pt x="380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2617;p40">
                <a:extLst>
                  <a:ext uri="{FF2B5EF4-FFF2-40B4-BE49-F238E27FC236}">
                    <a16:creationId xmlns:a16="http://schemas.microsoft.com/office/drawing/2014/main" id="{EE7E00D4-6D68-5A0B-2BDF-589AF5838C97}"/>
                  </a:ext>
                </a:extLst>
              </p:cNvPr>
              <p:cNvSpPr/>
              <p:nvPr/>
            </p:nvSpPr>
            <p:spPr>
              <a:xfrm>
                <a:off x="3892000" y="1255526"/>
                <a:ext cx="1319250" cy="26850"/>
              </a:xfrm>
              <a:custGeom>
                <a:avLst/>
                <a:gdLst/>
                <a:ahLst/>
                <a:cxnLst/>
                <a:rect l="l" t="t" r="r" b="b"/>
                <a:pathLst>
                  <a:path w="52770" h="1074" extrusionOk="0">
                    <a:moveTo>
                      <a:pt x="49607" y="1"/>
                    </a:moveTo>
                    <a:cubicBezTo>
                      <a:pt x="48399" y="1"/>
                      <a:pt x="47185" y="53"/>
                      <a:pt x="45995" y="53"/>
                    </a:cubicBezTo>
                    <a:lnTo>
                      <a:pt x="39470" y="53"/>
                    </a:lnTo>
                    <a:cubicBezTo>
                      <a:pt x="35124" y="65"/>
                      <a:pt x="30767" y="76"/>
                      <a:pt x="26421" y="88"/>
                    </a:cubicBezTo>
                    <a:cubicBezTo>
                      <a:pt x="17717" y="100"/>
                      <a:pt x="9014" y="231"/>
                      <a:pt x="311" y="291"/>
                    </a:cubicBezTo>
                    <a:cubicBezTo>
                      <a:pt x="1" y="303"/>
                      <a:pt x="1" y="767"/>
                      <a:pt x="311" y="779"/>
                    </a:cubicBezTo>
                    <a:cubicBezTo>
                      <a:pt x="8919" y="838"/>
                      <a:pt x="17515" y="969"/>
                      <a:pt x="26123" y="993"/>
                    </a:cubicBezTo>
                    <a:cubicBezTo>
                      <a:pt x="30469" y="993"/>
                      <a:pt x="34827" y="1005"/>
                      <a:pt x="39173" y="1017"/>
                    </a:cubicBezTo>
                    <a:lnTo>
                      <a:pt x="45697" y="1017"/>
                    </a:lnTo>
                    <a:cubicBezTo>
                      <a:pt x="46954" y="1017"/>
                      <a:pt x="48240" y="1074"/>
                      <a:pt x="49518" y="1074"/>
                    </a:cubicBezTo>
                    <a:cubicBezTo>
                      <a:pt x="50431" y="1074"/>
                      <a:pt x="51341" y="1045"/>
                      <a:pt x="52234" y="946"/>
                    </a:cubicBezTo>
                    <a:cubicBezTo>
                      <a:pt x="52769" y="898"/>
                      <a:pt x="52769" y="172"/>
                      <a:pt x="52234" y="124"/>
                    </a:cubicBezTo>
                    <a:cubicBezTo>
                      <a:pt x="51369" y="29"/>
                      <a:pt x="50490" y="1"/>
                      <a:pt x="49607" y="1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4" name="Google Shape;2624;p40">
              <a:extLst>
                <a:ext uri="{FF2B5EF4-FFF2-40B4-BE49-F238E27FC236}">
                  <a16:creationId xmlns:a16="http://schemas.microsoft.com/office/drawing/2014/main" id="{A47A22B8-CBC4-8F02-9086-B36A8B695BB4}"/>
                </a:ext>
              </a:extLst>
            </p:cNvPr>
            <p:cNvSpPr txBox="1"/>
            <p:nvPr/>
          </p:nvSpPr>
          <p:spPr>
            <a:xfrm>
              <a:off x="1062759" y="3731564"/>
              <a:ext cx="2191963" cy="6082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-US" sz="1200" b="1" spc="60" dirty="0">
                  <a:solidFill>
                    <a:srgbClr val="FF0000"/>
                  </a:solidFill>
                  <a:latin typeface="Syne" pitchFamily="2" charset="0"/>
                  <a:ea typeface="Roboto Mono" panose="00000009000000000000" pitchFamily="49" charset="0"/>
                </a:rPr>
                <a:t>It’s simple instead of English write in Hindi </a:t>
              </a:r>
            </a:p>
          </p:txBody>
        </p:sp>
      </p:grpSp>
      <p:pic>
        <p:nvPicPr>
          <p:cNvPr id="59" name="Graphic 58" descr="Line arrow: Clockwise curve with solid fill">
            <a:extLst>
              <a:ext uri="{FF2B5EF4-FFF2-40B4-BE49-F238E27FC236}">
                <a16:creationId xmlns:a16="http://schemas.microsoft.com/office/drawing/2014/main" id="{959FBF87-7299-8F1B-CF1B-3BD03810B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811717">
            <a:off x="6460800" y="3928259"/>
            <a:ext cx="382569" cy="601676"/>
          </a:xfrm>
          <a:prstGeom prst="rect">
            <a:avLst/>
          </a:prstGeom>
        </p:spPr>
      </p:pic>
      <p:pic>
        <p:nvPicPr>
          <p:cNvPr id="4" name="Graphic 3" descr="Line arrow: Clockwise curve with solid fill">
            <a:extLst>
              <a:ext uri="{FF2B5EF4-FFF2-40B4-BE49-F238E27FC236}">
                <a16:creationId xmlns:a16="http://schemas.microsoft.com/office/drawing/2014/main" id="{A10F7B2C-24D3-E68D-75CE-9A54B8FA5C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569054" flipH="1">
            <a:off x="3170246" y="2240296"/>
            <a:ext cx="595606" cy="60167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D193028-0A92-28B3-375C-D3BD1F551EAA}"/>
              </a:ext>
            </a:extLst>
          </p:cNvPr>
          <p:cNvGrpSpPr>
            <a:grpSpLocks/>
          </p:cNvGrpSpPr>
          <p:nvPr/>
        </p:nvGrpSpPr>
        <p:grpSpPr>
          <a:xfrm>
            <a:off x="3962034" y="2256783"/>
            <a:ext cx="5380099" cy="427343"/>
            <a:chOff x="915174" y="3666866"/>
            <a:chExt cx="2373491" cy="735965"/>
          </a:xfrm>
        </p:grpSpPr>
        <p:grpSp>
          <p:nvGrpSpPr>
            <p:cNvPr id="7" name="Google Shape;2613;p40">
              <a:extLst>
                <a:ext uri="{FF2B5EF4-FFF2-40B4-BE49-F238E27FC236}">
                  <a16:creationId xmlns:a16="http://schemas.microsoft.com/office/drawing/2014/main" id="{B88C4608-7880-7828-4C7D-2E7417718EB4}"/>
                </a:ext>
              </a:extLst>
            </p:cNvPr>
            <p:cNvGrpSpPr/>
            <p:nvPr/>
          </p:nvGrpSpPr>
          <p:grpSpPr>
            <a:xfrm>
              <a:off x="915174" y="3666866"/>
              <a:ext cx="2373491" cy="735965"/>
              <a:chOff x="3890825" y="1255526"/>
              <a:chExt cx="1333825" cy="314374"/>
            </a:xfrm>
          </p:grpSpPr>
          <p:sp>
            <p:nvSpPr>
              <p:cNvPr id="9" name="Google Shape;2614;p40">
                <a:extLst>
                  <a:ext uri="{FF2B5EF4-FFF2-40B4-BE49-F238E27FC236}">
                    <a16:creationId xmlns:a16="http://schemas.microsoft.com/office/drawing/2014/main" id="{0B5D81C7-DD7F-F3DE-B2E9-BC95C2398DE8}"/>
                  </a:ext>
                </a:extLst>
              </p:cNvPr>
              <p:cNvSpPr/>
              <p:nvPr/>
            </p:nvSpPr>
            <p:spPr>
              <a:xfrm>
                <a:off x="3890825" y="1296425"/>
                <a:ext cx="17875" cy="268200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0728" extrusionOk="0">
                    <a:moveTo>
                      <a:pt x="358" y="0"/>
                    </a:moveTo>
                    <a:cubicBezTo>
                      <a:pt x="250" y="0"/>
                      <a:pt x="143" y="72"/>
                      <a:pt x="143" y="215"/>
                    </a:cubicBezTo>
                    <a:cubicBezTo>
                      <a:pt x="119" y="3620"/>
                      <a:pt x="0" y="7037"/>
                      <a:pt x="60" y="10442"/>
                    </a:cubicBezTo>
                    <a:cubicBezTo>
                      <a:pt x="66" y="10632"/>
                      <a:pt x="212" y="10728"/>
                      <a:pt x="358" y="10728"/>
                    </a:cubicBezTo>
                    <a:cubicBezTo>
                      <a:pt x="503" y="10728"/>
                      <a:pt x="649" y="10632"/>
                      <a:pt x="655" y="10442"/>
                    </a:cubicBezTo>
                    <a:cubicBezTo>
                      <a:pt x="715" y="7037"/>
                      <a:pt x="584" y="3620"/>
                      <a:pt x="572" y="215"/>
                    </a:cubicBezTo>
                    <a:cubicBezTo>
                      <a:pt x="572" y="72"/>
                      <a:pt x="465" y="0"/>
                      <a:pt x="358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2615;p40">
                <a:extLst>
                  <a:ext uri="{FF2B5EF4-FFF2-40B4-BE49-F238E27FC236}">
                    <a16:creationId xmlns:a16="http://schemas.microsoft.com/office/drawing/2014/main" id="{307E6F4A-ED73-6C08-682F-D58D07287A94}"/>
                  </a:ext>
                </a:extLst>
              </p:cNvPr>
              <p:cNvSpPr/>
              <p:nvPr/>
            </p:nvSpPr>
            <p:spPr>
              <a:xfrm>
                <a:off x="3893500" y="1544750"/>
                <a:ext cx="133115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53246" h="1006" extrusionOk="0">
                    <a:moveTo>
                      <a:pt x="43362" y="1"/>
                    </a:moveTo>
                    <a:cubicBezTo>
                      <a:pt x="37779" y="1"/>
                      <a:pt x="32196" y="65"/>
                      <a:pt x="26623" y="80"/>
                    </a:cubicBezTo>
                    <a:cubicBezTo>
                      <a:pt x="17824" y="92"/>
                      <a:pt x="9037" y="152"/>
                      <a:pt x="251" y="307"/>
                    </a:cubicBezTo>
                    <a:cubicBezTo>
                      <a:pt x="1" y="318"/>
                      <a:pt x="1" y="699"/>
                      <a:pt x="251" y="699"/>
                    </a:cubicBezTo>
                    <a:cubicBezTo>
                      <a:pt x="8942" y="854"/>
                      <a:pt x="17634" y="914"/>
                      <a:pt x="26325" y="938"/>
                    </a:cubicBezTo>
                    <a:cubicBezTo>
                      <a:pt x="31923" y="945"/>
                      <a:pt x="37525" y="1006"/>
                      <a:pt x="43126" y="1006"/>
                    </a:cubicBezTo>
                    <a:cubicBezTo>
                      <a:pt x="46317" y="1006"/>
                      <a:pt x="49508" y="986"/>
                      <a:pt x="52698" y="926"/>
                    </a:cubicBezTo>
                    <a:cubicBezTo>
                      <a:pt x="53245" y="914"/>
                      <a:pt x="53245" y="92"/>
                      <a:pt x="52698" y="80"/>
                    </a:cubicBezTo>
                    <a:cubicBezTo>
                      <a:pt x="49587" y="21"/>
                      <a:pt x="46474" y="1"/>
                      <a:pt x="43362" y="1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2616;p40">
                <a:extLst>
                  <a:ext uri="{FF2B5EF4-FFF2-40B4-BE49-F238E27FC236}">
                    <a16:creationId xmlns:a16="http://schemas.microsoft.com/office/drawing/2014/main" id="{B4DD1AAB-AB4B-B18A-32C7-CA52B3078916}"/>
                  </a:ext>
                </a:extLst>
              </p:cNvPr>
              <p:cNvSpPr/>
              <p:nvPr/>
            </p:nvSpPr>
            <p:spPr>
              <a:xfrm>
                <a:off x="5194850" y="1280425"/>
                <a:ext cx="19075" cy="2749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10999" extrusionOk="0">
                    <a:moveTo>
                      <a:pt x="380" y="0"/>
                    </a:moveTo>
                    <a:cubicBezTo>
                      <a:pt x="212" y="0"/>
                      <a:pt x="42" y="110"/>
                      <a:pt x="36" y="331"/>
                    </a:cubicBezTo>
                    <a:cubicBezTo>
                      <a:pt x="1" y="3819"/>
                      <a:pt x="108" y="7320"/>
                      <a:pt x="191" y="10820"/>
                    </a:cubicBezTo>
                    <a:cubicBezTo>
                      <a:pt x="191" y="10939"/>
                      <a:pt x="283" y="10999"/>
                      <a:pt x="376" y="10999"/>
                    </a:cubicBezTo>
                    <a:cubicBezTo>
                      <a:pt x="468" y="10999"/>
                      <a:pt x="560" y="10939"/>
                      <a:pt x="560" y="10820"/>
                    </a:cubicBezTo>
                    <a:cubicBezTo>
                      <a:pt x="644" y="7320"/>
                      <a:pt x="763" y="3819"/>
                      <a:pt x="715" y="331"/>
                    </a:cubicBezTo>
                    <a:cubicBezTo>
                      <a:pt x="715" y="110"/>
                      <a:pt x="548" y="0"/>
                      <a:pt x="380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2617;p40">
                <a:extLst>
                  <a:ext uri="{FF2B5EF4-FFF2-40B4-BE49-F238E27FC236}">
                    <a16:creationId xmlns:a16="http://schemas.microsoft.com/office/drawing/2014/main" id="{E0FCBA1A-39CE-9E66-099C-2EA9F884FCB0}"/>
                  </a:ext>
                </a:extLst>
              </p:cNvPr>
              <p:cNvSpPr/>
              <p:nvPr/>
            </p:nvSpPr>
            <p:spPr>
              <a:xfrm>
                <a:off x="3892000" y="1255526"/>
                <a:ext cx="1319250" cy="26850"/>
              </a:xfrm>
              <a:custGeom>
                <a:avLst/>
                <a:gdLst/>
                <a:ahLst/>
                <a:cxnLst/>
                <a:rect l="l" t="t" r="r" b="b"/>
                <a:pathLst>
                  <a:path w="52770" h="1074" extrusionOk="0">
                    <a:moveTo>
                      <a:pt x="49607" y="1"/>
                    </a:moveTo>
                    <a:cubicBezTo>
                      <a:pt x="48399" y="1"/>
                      <a:pt x="47185" y="53"/>
                      <a:pt x="45995" y="53"/>
                    </a:cubicBezTo>
                    <a:lnTo>
                      <a:pt x="39470" y="53"/>
                    </a:lnTo>
                    <a:cubicBezTo>
                      <a:pt x="35124" y="65"/>
                      <a:pt x="30767" y="76"/>
                      <a:pt x="26421" y="88"/>
                    </a:cubicBezTo>
                    <a:cubicBezTo>
                      <a:pt x="17717" y="100"/>
                      <a:pt x="9014" y="231"/>
                      <a:pt x="311" y="291"/>
                    </a:cubicBezTo>
                    <a:cubicBezTo>
                      <a:pt x="1" y="303"/>
                      <a:pt x="1" y="767"/>
                      <a:pt x="311" y="779"/>
                    </a:cubicBezTo>
                    <a:cubicBezTo>
                      <a:pt x="8919" y="838"/>
                      <a:pt x="17515" y="969"/>
                      <a:pt x="26123" y="993"/>
                    </a:cubicBezTo>
                    <a:cubicBezTo>
                      <a:pt x="30469" y="993"/>
                      <a:pt x="34827" y="1005"/>
                      <a:pt x="39173" y="1017"/>
                    </a:cubicBezTo>
                    <a:lnTo>
                      <a:pt x="45697" y="1017"/>
                    </a:lnTo>
                    <a:cubicBezTo>
                      <a:pt x="46954" y="1017"/>
                      <a:pt x="48240" y="1074"/>
                      <a:pt x="49518" y="1074"/>
                    </a:cubicBezTo>
                    <a:cubicBezTo>
                      <a:pt x="50431" y="1074"/>
                      <a:pt x="51341" y="1045"/>
                      <a:pt x="52234" y="946"/>
                    </a:cubicBezTo>
                    <a:cubicBezTo>
                      <a:pt x="52769" y="898"/>
                      <a:pt x="52769" y="172"/>
                      <a:pt x="52234" y="124"/>
                    </a:cubicBezTo>
                    <a:cubicBezTo>
                      <a:pt x="51369" y="29"/>
                      <a:pt x="50490" y="1"/>
                      <a:pt x="49607" y="1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2624;p40">
              <a:extLst>
                <a:ext uri="{FF2B5EF4-FFF2-40B4-BE49-F238E27FC236}">
                  <a16:creationId xmlns:a16="http://schemas.microsoft.com/office/drawing/2014/main" id="{D67DBF8B-E971-2216-E4DD-46E002739A00}"/>
                </a:ext>
              </a:extLst>
            </p:cNvPr>
            <p:cNvSpPr txBox="1"/>
            <p:nvPr/>
          </p:nvSpPr>
          <p:spPr>
            <a:xfrm>
              <a:off x="1062759" y="3731564"/>
              <a:ext cx="2191963" cy="6082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-US" sz="1200" b="1" spc="60" dirty="0">
                  <a:solidFill>
                    <a:srgbClr val="FF0000"/>
                  </a:solidFill>
                  <a:latin typeface="Syne" pitchFamily="2" charset="0"/>
                  <a:ea typeface="Roboto Mono" panose="00000009000000000000" pitchFamily="49" charset="0"/>
                </a:rPr>
                <a:t>We define the Lang Attribute to set Lang to Hindi</a:t>
              </a:r>
            </a:p>
          </p:txBody>
        </p:sp>
      </p:grpSp>
      <p:pic>
        <p:nvPicPr>
          <p:cNvPr id="14" name="Picture 13" descr="A person drawing on a piece of paper&#10;&#10;Description automatically generated">
            <a:extLst>
              <a:ext uri="{FF2B5EF4-FFF2-40B4-BE49-F238E27FC236}">
                <a16:creationId xmlns:a16="http://schemas.microsoft.com/office/drawing/2014/main" id="{B96B21AE-1831-0A6E-0C97-5048F4A14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034318">
            <a:off x="7990398" y="-49447"/>
            <a:ext cx="5155096" cy="289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90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32470C-8D23-229F-49CE-C0090781B241}"/>
              </a:ext>
            </a:extLst>
          </p:cNvPr>
          <p:cNvSpPr txBox="1"/>
          <p:nvPr/>
        </p:nvSpPr>
        <p:spPr>
          <a:xfrm>
            <a:off x="1724787" y="1756165"/>
            <a:ext cx="7313467" cy="342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 b="1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Headings (&lt;h1&gt; to &lt;h6&gt;)</a:t>
            </a:r>
          </a:p>
          <a:p>
            <a:pPr algn="ctr">
              <a:lnSpc>
                <a:spcPct val="200000"/>
              </a:lnSpc>
            </a:pPr>
            <a:r>
              <a:rPr lang="en-US" sz="2800" b="1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Paragraphs (&lt;p&gt;)</a:t>
            </a:r>
          </a:p>
          <a:p>
            <a:pPr algn="ctr">
              <a:lnSpc>
                <a:spcPct val="200000"/>
              </a:lnSpc>
            </a:pPr>
            <a:r>
              <a:rPr lang="en-US" sz="2800" b="1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Line breaks (&lt;</a:t>
            </a:r>
            <a:r>
              <a:rPr lang="en-US" sz="2800" b="1" dirty="0" err="1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br</a:t>
            </a:r>
            <a:r>
              <a:rPr lang="en-US" sz="2800" b="1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&gt;)</a:t>
            </a:r>
          </a:p>
          <a:p>
            <a:pPr algn="ctr">
              <a:lnSpc>
                <a:spcPct val="200000"/>
              </a:lnSpc>
            </a:pPr>
            <a:r>
              <a:rPr lang="en-US" sz="2800" b="1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Horizontal rule (&lt;</a:t>
            </a:r>
            <a:r>
              <a:rPr lang="en-US" sz="2800" b="1" dirty="0" err="1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hr</a:t>
            </a:r>
            <a:r>
              <a:rPr lang="en-US" sz="2800" b="1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&gt;)</a:t>
            </a:r>
          </a:p>
        </p:txBody>
      </p:sp>
      <p:pic>
        <p:nvPicPr>
          <p:cNvPr id="4" name="Picture 3" descr="A person sitting on a pile of books with a computer&#10;&#10;Description automatically generated">
            <a:extLst>
              <a:ext uri="{FF2B5EF4-FFF2-40B4-BE49-F238E27FC236}">
                <a16:creationId xmlns:a16="http://schemas.microsoft.com/office/drawing/2014/main" id="{B2F21020-159C-CB5C-37D0-4488BC336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146" y="-668148"/>
            <a:ext cx="8619780" cy="48486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841FD9-BC20-63F5-787C-BE8EC0115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1449" y="180991"/>
            <a:ext cx="11360700" cy="1030813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</a:t>
            </a:r>
            <a:r>
              <a:rPr lang="en-US" dirty="0">
                <a:solidFill>
                  <a:schemeClr val="tx2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Heading &amp; Text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82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1"/>
          <p:cNvSpPr/>
          <p:nvPr/>
        </p:nvSpPr>
        <p:spPr>
          <a:xfrm>
            <a:off x="1165416" y="162487"/>
            <a:ext cx="1255756" cy="84189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i="0" dirty="0">
                <a:ln>
                  <a:noFill/>
                </a:ln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01</a:t>
            </a:r>
          </a:p>
        </p:txBody>
      </p:sp>
      <p:sp>
        <p:nvSpPr>
          <p:cNvPr id="2" name="Google Shape;411;p25">
            <a:extLst>
              <a:ext uri="{FF2B5EF4-FFF2-40B4-BE49-F238E27FC236}">
                <a16:creationId xmlns:a16="http://schemas.microsoft.com/office/drawing/2014/main" id="{C47BDCE9-8EDF-0F9F-EBC7-839DD16F1061}"/>
              </a:ext>
            </a:extLst>
          </p:cNvPr>
          <p:cNvSpPr txBox="1">
            <a:spLocks/>
          </p:cNvSpPr>
          <p:nvPr/>
        </p:nvSpPr>
        <p:spPr>
          <a:xfrm>
            <a:off x="2708560" y="155981"/>
            <a:ext cx="5924327" cy="94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6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US" sz="4500" dirty="0">
                <a:solidFill>
                  <a:srgbClr val="FFC00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HTML HEADING</a:t>
            </a:r>
          </a:p>
        </p:txBody>
      </p:sp>
      <p:pic>
        <p:nvPicPr>
          <p:cNvPr id="450" name="Graphic 449" descr="Line arrow: Clockwise curve with solid fill">
            <a:extLst>
              <a:ext uri="{FF2B5EF4-FFF2-40B4-BE49-F238E27FC236}">
                <a16:creationId xmlns:a16="http://schemas.microsoft.com/office/drawing/2014/main" id="{88FBB913-25A7-2F29-1101-8B30A02B9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19824">
            <a:off x="2202253" y="2656972"/>
            <a:ext cx="521038" cy="990350"/>
          </a:xfrm>
          <a:prstGeom prst="rect">
            <a:avLst/>
          </a:prstGeom>
        </p:spPr>
      </p:pic>
      <p:grpSp>
        <p:nvGrpSpPr>
          <p:cNvPr id="451" name="Group 450">
            <a:extLst>
              <a:ext uri="{FF2B5EF4-FFF2-40B4-BE49-F238E27FC236}">
                <a16:creationId xmlns:a16="http://schemas.microsoft.com/office/drawing/2014/main" id="{F468ABA8-204A-4FD6-3144-FCC59F27084A}"/>
              </a:ext>
            </a:extLst>
          </p:cNvPr>
          <p:cNvGrpSpPr/>
          <p:nvPr/>
        </p:nvGrpSpPr>
        <p:grpSpPr>
          <a:xfrm>
            <a:off x="1495681" y="1939310"/>
            <a:ext cx="2143406" cy="780042"/>
            <a:chOff x="1780492" y="1933351"/>
            <a:chExt cx="1573783" cy="473906"/>
          </a:xfrm>
        </p:grpSpPr>
        <p:sp>
          <p:nvSpPr>
            <p:cNvPr id="452" name="Google Shape;1405;p28">
              <a:extLst>
                <a:ext uri="{FF2B5EF4-FFF2-40B4-BE49-F238E27FC236}">
                  <a16:creationId xmlns:a16="http://schemas.microsoft.com/office/drawing/2014/main" id="{E8DB2E2C-900E-6302-C0BE-BBC529203721}"/>
                </a:ext>
              </a:extLst>
            </p:cNvPr>
            <p:cNvSpPr/>
            <p:nvPr/>
          </p:nvSpPr>
          <p:spPr>
            <a:xfrm>
              <a:off x="1848709" y="2007303"/>
              <a:ext cx="1437300" cy="327701"/>
            </a:xfrm>
            <a:custGeom>
              <a:avLst/>
              <a:gdLst/>
              <a:ahLst/>
              <a:cxnLst/>
              <a:rect l="l" t="t" r="r" b="b"/>
              <a:pathLst>
                <a:path w="108133" h="25219" extrusionOk="0">
                  <a:moveTo>
                    <a:pt x="12609" y="1"/>
                  </a:moveTo>
                  <a:cubicBezTo>
                    <a:pt x="5644" y="1"/>
                    <a:pt x="0" y="5645"/>
                    <a:pt x="0" y="12610"/>
                  </a:cubicBezTo>
                  <a:cubicBezTo>
                    <a:pt x="0" y="19575"/>
                    <a:pt x="5644" y="25218"/>
                    <a:pt x="12609" y="25218"/>
                  </a:cubicBezTo>
                  <a:lnTo>
                    <a:pt x="95524" y="25218"/>
                  </a:lnTo>
                  <a:cubicBezTo>
                    <a:pt x="102489" y="25218"/>
                    <a:pt x="108133" y="19575"/>
                    <a:pt x="108133" y="12610"/>
                  </a:cubicBezTo>
                  <a:cubicBezTo>
                    <a:pt x="108133" y="5645"/>
                    <a:pt x="102489" y="1"/>
                    <a:pt x="95524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400" dirty="0">
                  <a:latin typeface="Syne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Opening Tag</a:t>
              </a:r>
              <a:endParaRPr sz="1400" dirty="0">
                <a:latin typeface="Syne" pitchFamily="2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53" name="Google Shape;1406;p28">
              <a:extLst>
                <a:ext uri="{FF2B5EF4-FFF2-40B4-BE49-F238E27FC236}">
                  <a16:creationId xmlns:a16="http://schemas.microsoft.com/office/drawing/2014/main" id="{469365B2-92C6-A907-B09C-3F3205AFD9CF}"/>
                </a:ext>
              </a:extLst>
            </p:cNvPr>
            <p:cNvSpPr/>
            <p:nvPr/>
          </p:nvSpPr>
          <p:spPr>
            <a:xfrm>
              <a:off x="1780492" y="2153049"/>
              <a:ext cx="37045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68" y="2787"/>
                    <a:pt x="2787" y="2168"/>
                    <a:pt x="2787" y="1394"/>
                  </a:cubicBezTo>
                  <a:cubicBezTo>
                    <a:pt x="2787" y="620"/>
                    <a:pt x="2168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454" name="Google Shape;1407;p28">
              <a:extLst>
                <a:ext uri="{FF2B5EF4-FFF2-40B4-BE49-F238E27FC236}">
                  <a16:creationId xmlns:a16="http://schemas.microsoft.com/office/drawing/2014/main" id="{1706D1F8-B0E2-AAFD-A2A7-F88B5D50DB73}"/>
                </a:ext>
              </a:extLst>
            </p:cNvPr>
            <p:cNvSpPr/>
            <p:nvPr/>
          </p:nvSpPr>
          <p:spPr>
            <a:xfrm>
              <a:off x="3317230" y="2153049"/>
              <a:ext cx="37045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56" y="2787"/>
                    <a:pt x="2787" y="2168"/>
                    <a:pt x="2787" y="1394"/>
                  </a:cubicBezTo>
                  <a:cubicBezTo>
                    <a:pt x="2787" y="620"/>
                    <a:pt x="2156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455" name="Google Shape;1408;p28">
              <a:extLst>
                <a:ext uri="{FF2B5EF4-FFF2-40B4-BE49-F238E27FC236}">
                  <a16:creationId xmlns:a16="http://schemas.microsoft.com/office/drawing/2014/main" id="{A73E82CA-77C7-7377-FE18-D7476D6279A4}"/>
                </a:ext>
              </a:extLst>
            </p:cNvPr>
            <p:cNvSpPr/>
            <p:nvPr/>
          </p:nvSpPr>
          <p:spPr>
            <a:xfrm>
              <a:off x="1780493" y="1933351"/>
              <a:ext cx="1573729" cy="182426"/>
            </a:xfrm>
            <a:custGeom>
              <a:avLst/>
              <a:gdLst/>
              <a:ahLst/>
              <a:cxnLst/>
              <a:rect l="l" t="t" r="r" b="b"/>
              <a:pathLst>
                <a:path w="118397" h="14039" extrusionOk="0">
                  <a:moveTo>
                    <a:pt x="17741" y="1"/>
                  </a:moveTo>
                  <a:cubicBezTo>
                    <a:pt x="9133" y="1"/>
                    <a:pt x="1906" y="6002"/>
                    <a:pt x="1" y="14038"/>
                  </a:cubicBezTo>
                  <a:lnTo>
                    <a:pt x="2680" y="14038"/>
                  </a:lnTo>
                  <a:cubicBezTo>
                    <a:pt x="4513" y="7454"/>
                    <a:pt x="10574" y="2596"/>
                    <a:pt x="17741" y="2596"/>
                  </a:cubicBezTo>
                  <a:lnTo>
                    <a:pt x="100656" y="2596"/>
                  </a:lnTo>
                  <a:cubicBezTo>
                    <a:pt x="107824" y="2596"/>
                    <a:pt x="113872" y="7454"/>
                    <a:pt x="115718" y="14038"/>
                  </a:cubicBezTo>
                  <a:lnTo>
                    <a:pt x="118397" y="14038"/>
                  </a:lnTo>
                  <a:cubicBezTo>
                    <a:pt x="116492" y="6002"/>
                    <a:pt x="109264" y="1"/>
                    <a:pt x="1006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Syne" pitchFamily="2" charset="0"/>
              </a:endParaRPr>
            </a:p>
          </p:txBody>
        </p:sp>
        <p:sp>
          <p:nvSpPr>
            <p:cNvPr id="456" name="Google Shape;1409;p28">
              <a:extLst>
                <a:ext uri="{FF2B5EF4-FFF2-40B4-BE49-F238E27FC236}">
                  <a16:creationId xmlns:a16="http://schemas.microsoft.com/office/drawing/2014/main" id="{293B5B9A-74EF-D7CE-E5B9-3C30199DE4D4}"/>
                </a:ext>
              </a:extLst>
            </p:cNvPr>
            <p:cNvSpPr/>
            <p:nvPr/>
          </p:nvSpPr>
          <p:spPr>
            <a:xfrm>
              <a:off x="1780492" y="2224844"/>
              <a:ext cx="1573729" cy="182413"/>
            </a:xfrm>
            <a:custGeom>
              <a:avLst/>
              <a:gdLst/>
              <a:ahLst/>
              <a:cxnLst/>
              <a:rect l="l" t="t" r="r" b="b"/>
              <a:pathLst>
                <a:path w="118397" h="14038" extrusionOk="0">
                  <a:moveTo>
                    <a:pt x="1" y="0"/>
                  </a:moveTo>
                  <a:cubicBezTo>
                    <a:pt x="1906" y="8037"/>
                    <a:pt x="9133" y="14038"/>
                    <a:pt x="17741" y="14038"/>
                  </a:cubicBezTo>
                  <a:lnTo>
                    <a:pt x="100656" y="14038"/>
                  </a:lnTo>
                  <a:cubicBezTo>
                    <a:pt x="109264" y="14038"/>
                    <a:pt x="116492" y="8037"/>
                    <a:pt x="118397" y="0"/>
                  </a:cubicBezTo>
                  <a:lnTo>
                    <a:pt x="115718" y="0"/>
                  </a:lnTo>
                  <a:cubicBezTo>
                    <a:pt x="113872" y="6596"/>
                    <a:pt x="107824" y="11442"/>
                    <a:pt x="100656" y="11442"/>
                  </a:cubicBezTo>
                  <a:lnTo>
                    <a:pt x="17741" y="11442"/>
                  </a:lnTo>
                  <a:cubicBezTo>
                    <a:pt x="10574" y="11442"/>
                    <a:pt x="4513" y="6596"/>
                    <a:pt x="26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</p:grpSp>
      <p:pic>
        <p:nvPicPr>
          <p:cNvPr id="458" name="Graphic 457" descr="Line arrow: Clockwise curve with solid fill">
            <a:extLst>
              <a:ext uri="{FF2B5EF4-FFF2-40B4-BE49-F238E27FC236}">
                <a16:creationId xmlns:a16="http://schemas.microsoft.com/office/drawing/2014/main" id="{51C54E70-FD12-7291-5DE2-B971B2D2FA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924088" flipH="1">
            <a:off x="9454654" y="2617620"/>
            <a:ext cx="583940" cy="990350"/>
          </a:xfrm>
          <a:prstGeom prst="rect">
            <a:avLst/>
          </a:prstGeom>
        </p:spPr>
      </p:pic>
      <p:grpSp>
        <p:nvGrpSpPr>
          <p:cNvPr id="460" name="Group 459">
            <a:extLst>
              <a:ext uri="{FF2B5EF4-FFF2-40B4-BE49-F238E27FC236}">
                <a16:creationId xmlns:a16="http://schemas.microsoft.com/office/drawing/2014/main" id="{21A56565-1699-27EF-A03C-896F4084DE92}"/>
              </a:ext>
            </a:extLst>
          </p:cNvPr>
          <p:cNvGrpSpPr/>
          <p:nvPr/>
        </p:nvGrpSpPr>
        <p:grpSpPr>
          <a:xfrm>
            <a:off x="8548298" y="1872897"/>
            <a:ext cx="2143406" cy="780042"/>
            <a:chOff x="8773475" y="1936510"/>
            <a:chExt cx="1573783" cy="473906"/>
          </a:xfrm>
        </p:grpSpPr>
        <p:sp>
          <p:nvSpPr>
            <p:cNvPr id="461" name="Google Shape;1405;p28">
              <a:extLst>
                <a:ext uri="{FF2B5EF4-FFF2-40B4-BE49-F238E27FC236}">
                  <a16:creationId xmlns:a16="http://schemas.microsoft.com/office/drawing/2014/main" id="{F0F7D367-0A11-56E7-E449-17D2DAC73ABC}"/>
                </a:ext>
              </a:extLst>
            </p:cNvPr>
            <p:cNvSpPr/>
            <p:nvPr/>
          </p:nvSpPr>
          <p:spPr>
            <a:xfrm>
              <a:off x="8841692" y="2010462"/>
              <a:ext cx="1437300" cy="327701"/>
            </a:xfrm>
            <a:custGeom>
              <a:avLst/>
              <a:gdLst/>
              <a:ahLst/>
              <a:cxnLst/>
              <a:rect l="l" t="t" r="r" b="b"/>
              <a:pathLst>
                <a:path w="108133" h="25219" extrusionOk="0">
                  <a:moveTo>
                    <a:pt x="12609" y="1"/>
                  </a:moveTo>
                  <a:cubicBezTo>
                    <a:pt x="5644" y="1"/>
                    <a:pt x="0" y="5645"/>
                    <a:pt x="0" y="12610"/>
                  </a:cubicBezTo>
                  <a:cubicBezTo>
                    <a:pt x="0" y="19575"/>
                    <a:pt x="5644" y="25218"/>
                    <a:pt x="12609" y="25218"/>
                  </a:cubicBezTo>
                  <a:lnTo>
                    <a:pt x="95524" y="25218"/>
                  </a:lnTo>
                  <a:cubicBezTo>
                    <a:pt x="102489" y="25218"/>
                    <a:pt x="108133" y="19575"/>
                    <a:pt x="108133" y="12610"/>
                  </a:cubicBezTo>
                  <a:cubicBezTo>
                    <a:pt x="108133" y="5645"/>
                    <a:pt x="102489" y="1"/>
                    <a:pt x="95524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dirty="0">
                  <a:latin typeface="Syne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Closing</a:t>
              </a:r>
              <a:r>
                <a:rPr lang="en" sz="1400" dirty="0">
                  <a:latin typeface="Syne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 Tag</a:t>
              </a:r>
              <a:endParaRPr sz="1400" dirty="0">
                <a:latin typeface="Syne" pitchFamily="2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62" name="Google Shape;1406;p28">
              <a:extLst>
                <a:ext uri="{FF2B5EF4-FFF2-40B4-BE49-F238E27FC236}">
                  <a16:creationId xmlns:a16="http://schemas.microsoft.com/office/drawing/2014/main" id="{7119CA7D-4DBB-4C3C-B438-8D4BD5B5FB04}"/>
                </a:ext>
              </a:extLst>
            </p:cNvPr>
            <p:cNvSpPr/>
            <p:nvPr/>
          </p:nvSpPr>
          <p:spPr>
            <a:xfrm>
              <a:off x="8773475" y="2156208"/>
              <a:ext cx="37045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68" y="2787"/>
                    <a:pt x="2787" y="2168"/>
                    <a:pt x="2787" y="1394"/>
                  </a:cubicBezTo>
                  <a:cubicBezTo>
                    <a:pt x="2787" y="620"/>
                    <a:pt x="2168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463" name="Google Shape;1407;p28">
              <a:extLst>
                <a:ext uri="{FF2B5EF4-FFF2-40B4-BE49-F238E27FC236}">
                  <a16:creationId xmlns:a16="http://schemas.microsoft.com/office/drawing/2014/main" id="{8B47A1AC-2B45-09EA-7245-7153751A6A00}"/>
                </a:ext>
              </a:extLst>
            </p:cNvPr>
            <p:cNvSpPr/>
            <p:nvPr/>
          </p:nvSpPr>
          <p:spPr>
            <a:xfrm>
              <a:off x="10310213" y="2156208"/>
              <a:ext cx="37045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56" y="2787"/>
                    <a:pt x="2787" y="2168"/>
                    <a:pt x="2787" y="1394"/>
                  </a:cubicBezTo>
                  <a:cubicBezTo>
                    <a:pt x="2787" y="620"/>
                    <a:pt x="2156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464" name="Google Shape;1408;p28">
              <a:extLst>
                <a:ext uri="{FF2B5EF4-FFF2-40B4-BE49-F238E27FC236}">
                  <a16:creationId xmlns:a16="http://schemas.microsoft.com/office/drawing/2014/main" id="{CBB48221-0D9B-E025-F1D7-3E0198532D92}"/>
                </a:ext>
              </a:extLst>
            </p:cNvPr>
            <p:cNvSpPr/>
            <p:nvPr/>
          </p:nvSpPr>
          <p:spPr>
            <a:xfrm>
              <a:off x="8773476" y="1936510"/>
              <a:ext cx="1573729" cy="182426"/>
            </a:xfrm>
            <a:custGeom>
              <a:avLst/>
              <a:gdLst/>
              <a:ahLst/>
              <a:cxnLst/>
              <a:rect l="l" t="t" r="r" b="b"/>
              <a:pathLst>
                <a:path w="118397" h="14039" extrusionOk="0">
                  <a:moveTo>
                    <a:pt x="17741" y="1"/>
                  </a:moveTo>
                  <a:cubicBezTo>
                    <a:pt x="9133" y="1"/>
                    <a:pt x="1906" y="6002"/>
                    <a:pt x="1" y="14038"/>
                  </a:cubicBezTo>
                  <a:lnTo>
                    <a:pt x="2680" y="14038"/>
                  </a:lnTo>
                  <a:cubicBezTo>
                    <a:pt x="4513" y="7454"/>
                    <a:pt x="10574" y="2596"/>
                    <a:pt x="17741" y="2596"/>
                  </a:cubicBezTo>
                  <a:lnTo>
                    <a:pt x="100656" y="2596"/>
                  </a:lnTo>
                  <a:cubicBezTo>
                    <a:pt x="107824" y="2596"/>
                    <a:pt x="113872" y="7454"/>
                    <a:pt x="115718" y="14038"/>
                  </a:cubicBezTo>
                  <a:lnTo>
                    <a:pt x="118397" y="14038"/>
                  </a:lnTo>
                  <a:cubicBezTo>
                    <a:pt x="116492" y="6002"/>
                    <a:pt x="109264" y="1"/>
                    <a:pt x="1006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Syne" pitchFamily="2" charset="0"/>
              </a:endParaRPr>
            </a:p>
          </p:txBody>
        </p:sp>
        <p:sp>
          <p:nvSpPr>
            <p:cNvPr id="465" name="Google Shape;1409;p28">
              <a:extLst>
                <a:ext uri="{FF2B5EF4-FFF2-40B4-BE49-F238E27FC236}">
                  <a16:creationId xmlns:a16="http://schemas.microsoft.com/office/drawing/2014/main" id="{A057DDE6-72E9-42E1-11CF-DBD872FE638C}"/>
                </a:ext>
              </a:extLst>
            </p:cNvPr>
            <p:cNvSpPr/>
            <p:nvPr/>
          </p:nvSpPr>
          <p:spPr>
            <a:xfrm>
              <a:off x="8773475" y="2228003"/>
              <a:ext cx="1573729" cy="182413"/>
            </a:xfrm>
            <a:custGeom>
              <a:avLst/>
              <a:gdLst/>
              <a:ahLst/>
              <a:cxnLst/>
              <a:rect l="l" t="t" r="r" b="b"/>
              <a:pathLst>
                <a:path w="118397" h="14038" extrusionOk="0">
                  <a:moveTo>
                    <a:pt x="1" y="0"/>
                  </a:moveTo>
                  <a:cubicBezTo>
                    <a:pt x="1906" y="8037"/>
                    <a:pt x="9133" y="14038"/>
                    <a:pt x="17741" y="14038"/>
                  </a:cubicBezTo>
                  <a:lnTo>
                    <a:pt x="100656" y="14038"/>
                  </a:lnTo>
                  <a:cubicBezTo>
                    <a:pt x="109264" y="14038"/>
                    <a:pt x="116492" y="8037"/>
                    <a:pt x="118397" y="0"/>
                  </a:cubicBezTo>
                  <a:lnTo>
                    <a:pt x="115718" y="0"/>
                  </a:lnTo>
                  <a:cubicBezTo>
                    <a:pt x="113872" y="6596"/>
                    <a:pt x="107824" y="11442"/>
                    <a:pt x="100656" y="11442"/>
                  </a:cubicBezTo>
                  <a:lnTo>
                    <a:pt x="17741" y="11442"/>
                  </a:lnTo>
                  <a:cubicBezTo>
                    <a:pt x="10574" y="11442"/>
                    <a:pt x="4513" y="6596"/>
                    <a:pt x="26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</p:grpSp>
      <p:sp>
        <p:nvSpPr>
          <p:cNvPr id="466" name="Freeform 6">
            <a:extLst>
              <a:ext uri="{FF2B5EF4-FFF2-40B4-BE49-F238E27FC236}">
                <a16:creationId xmlns:a16="http://schemas.microsoft.com/office/drawing/2014/main" id="{1081C98B-106D-8602-60DD-8319DA80C5CF}"/>
              </a:ext>
            </a:extLst>
          </p:cNvPr>
          <p:cNvSpPr/>
          <p:nvPr/>
        </p:nvSpPr>
        <p:spPr>
          <a:xfrm rot="16200000">
            <a:off x="5335246" y="646856"/>
            <a:ext cx="1265104" cy="4914172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9B232E6D-B838-859A-8C4E-FA1FC1372902}"/>
              </a:ext>
            </a:extLst>
          </p:cNvPr>
          <p:cNvGrpSpPr/>
          <p:nvPr/>
        </p:nvGrpSpPr>
        <p:grpSpPr>
          <a:xfrm>
            <a:off x="5060655" y="1697527"/>
            <a:ext cx="1716462" cy="780042"/>
            <a:chOff x="5288735" y="1641871"/>
            <a:chExt cx="1260302" cy="473906"/>
          </a:xfrm>
        </p:grpSpPr>
        <p:sp>
          <p:nvSpPr>
            <p:cNvPr id="468" name="Google Shape;1405;p28">
              <a:extLst>
                <a:ext uri="{FF2B5EF4-FFF2-40B4-BE49-F238E27FC236}">
                  <a16:creationId xmlns:a16="http://schemas.microsoft.com/office/drawing/2014/main" id="{F63504AE-88A5-C7AF-3FEB-97209A638054}"/>
                </a:ext>
              </a:extLst>
            </p:cNvPr>
            <p:cNvSpPr/>
            <p:nvPr/>
          </p:nvSpPr>
          <p:spPr>
            <a:xfrm>
              <a:off x="5343364" y="1715823"/>
              <a:ext cx="1151005" cy="327701"/>
            </a:xfrm>
            <a:custGeom>
              <a:avLst/>
              <a:gdLst/>
              <a:ahLst/>
              <a:cxnLst/>
              <a:rect l="l" t="t" r="r" b="b"/>
              <a:pathLst>
                <a:path w="108133" h="25219" extrusionOk="0">
                  <a:moveTo>
                    <a:pt x="12609" y="1"/>
                  </a:moveTo>
                  <a:cubicBezTo>
                    <a:pt x="5644" y="1"/>
                    <a:pt x="0" y="5645"/>
                    <a:pt x="0" y="12610"/>
                  </a:cubicBezTo>
                  <a:cubicBezTo>
                    <a:pt x="0" y="19575"/>
                    <a:pt x="5644" y="25218"/>
                    <a:pt x="12609" y="25218"/>
                  </a:cubicBezTo>
                  <a:lnTo>
                    <a:pt x="95524" y="25218"/>
                  </a:lnTo>
                  <a:cubicBezTo>
                    <a:pt x="102489" y="25218"/>
                    <a:pt x="108133" y="19575"/>
                    <a:pt x="108133" y="12610"/>
                  </a:cubicBezTo>
                  <a:cubicBezTo>
                    <a:pt x="108133" y="5645"/>
                    <a:pt x="102489" y="1"/>
                    <a:pt x="95524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400" dirty="0">
                  <a:latin typeface="Syne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Content</a:t>
              </a:r>
              <a:endParaRPr sz="1400" dirty="0">
                <a:latin typeface="Syne" pitchFamily="2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69" name="Google Shape;1406;p28">
              <a:extLst>
                <a:ext uri="{FF2B5EF4-FFF2-40B4-BE49-F238E27FC236}">
                  <a16:creationId xmlns:a16="http://schemas.microsoft.com/office/drawing/2014/main" id="{C8B6B966-3350-17A9-45C8-70054088DB8A}"/>
                </a:ext>
              </a:extLst>
            </p:cNvPr>
            <p:cNvSpPr/>
            <p:nvPr/>
          </p:nvSpPr>
          <p:spPr>
            <a:xfrm>
              <a:off x="5288735" y="1861569"/>
              <a:ext cx="29666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68" y="2787"/>
                    <a:pt x="2787" y="2168"/>
                    <a:pt x="2787" y="1394"/>
                  </a:cubicBezTo>
                  <a:cubicBezTo>
                    <a:pt x="2787" y="620"/>
                    <a:pt x="2168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470" name="Google Shape;1407;p28">
              <a:extLst>
                <a:ext uri="{FF2B5EF4-FFF2-40B4-BE49-F238E27FC236}">
                  <a16:creationId xmlns:a16="http://schemas.microsoft.com/office/drawing/2014/main" id="{BA440F21-02E6-ACA7-6963-2F95450B3A2A}"/>
                </a:ext>
              </a:extLst>
            </p:cNvPr>
            <p:cNvSpPr/>
            <p:nvPr/>
          </p:nvSpPr>
          <p:spPr>
            <a:xfrm>
              <a:off x="6519371" y="1861569"/>
              <a:ext cx="29666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56" y="2787"/>
                    <a:pt x="2787" y="2168"/>
                    <a:pt x="2787" y="1394"/>
                  </a:cubicBezTo>
                  <a:cubicBezTo>
                    <a:pt x="2787" y="620"/>
                    <a:pt x="2156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471" name="Google Shape;1408;p28">
              <a:extLst>
                <a:ext uri="{FF2B5EF4-FFF2-40B4-BE49-F238E27FC236}">
                  <a16:creationId xmlns:a16="http://schemas.microsoft.com/office/drawing/2014/main" id="{92DA1B96-5C0C-05BD-2C53-E136192AAC08}"/>
                </a:ext>
              </a:extLst>
            </p:cNvPr>
            <p:cNvSpPr/>
            <p:nvPr/>
          </p:nvSpPr>
          <p:spPr>
            <a:xfrm>
              <a:off x="5288736" y="1641871"/>
              <a:ext cx="1260259" cy="182426"/>
            </a:xfrm>
            <a:custGeom>
              <a:avLst/>
              <a:gdLst/>
              <a:ahLst/>
              <a:cxnLst/>
              <a:rect l="l" t="t" r="r" b="b"/>
              <a:pathLst>
                <a:path w="118397" h="14039" extrusionOk="0">
                  <a:moveTo>
                    <a:pt x="17741" y="1"/>
                  </a:moveTo>
                  <a:cubicBezTo>
                    <a:pt x="9133" y="1"/>
                    <a:pt x="1906" y="6002"/>
                    <a:pt x="1" y="14038"/>
                  </a:cubicBezTo>
                  <a:lnTo>
                    <a:pt x="2680" y="14038"/>
                  </a:lnTo>
                  <a:cubicBezTo>
                    <a:pt x="4513" y="7454"/>
                    <a:pt x="10574" y="2596"/>
                    <a:pt x="17741" y="2596"/>
                  </a:cubicBezTo>
                  <a:lnTo>
                    <a:pt x="100656" y="2596"/>
                  </a:lnTo>
                  <a:cubicBezTo>
                    <a:pt x="107824" y="2596"/>
                    <a:pt x="113872" y="7454"/>
                    <a:pt x="115718" y="14038"/>
                  </a:cubicBezTo>
                  <a:lnTo>
                    <a:pt x="118397" y="14038"/>
                  </a:lnTo>
                  <a:cubicBezTo>
                    <a:pt x="116492" y="6002"/>
                    <a:pt x="109264" y="1"/>
                    <a:pt x="1006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Syne" pitchFamily="2" charset="0"/>
              </a:endParaRPr>
            </a:p>
          </p:txBody>
        </p:sp>
        <p:sp>
          <p:nvSpPr>
            <p:cNvPr id="472" name="Google Shape;1409;p28">
              <a:extLst>
                <a:ext uri="{FF2B5EF4-FFF2-40B4-BE49-F238E27FC236}">
                  <a16:creationId xmlns:a16="http://schemas.microsoft.com/office/drawing/2014/main" id="{74B53D1C-B8E3-320F-CF23-37020645F27B}"/>
                </a:ext>
              </a:extLst>
            </p:cNvPr>
            <p:cNvSpPr/>
            <p:nvPr/>
          </p:nvSpPr>
          <p:spPr>
            <a:xfrm>
              <a:off x="5288735" y="1933364"/>
              <a:ext cx="1260258" cy="182413"/>
            </a:xfrm>
            <a:custGeom>
              <a:avLst/>
              <a:gdLst/>
              <a:ahLst/>
              <a:cxnLst/>
              <a:rect l="l" t="t" r="r" b="b"/>
              <a:pathLst>
                <a:path w="118397" h="14038" extrusionOk="0">
                  <a:moveTo>
                    <a:pt x="1" y="0"/>
                  </a:moveTo>
                  <a:cubicBezTo>
                    <a:pt x="1906" y="8037"/>
                    <a:pt x="9133" y="14038"/>
                    <a:pt x="17741" y="14038"/>
                  </a:cubicBezTo>
                  <a:lnTo>
                    <a:pt x="100656" y="14038"/>
                  </a:lnTo>
                  <a:cubicBezTo>
                    <a:pt x="109264" y="14038"/>
                    <a:pt x="116492" y="8037"/>
                    <a:pt x="118397" y="0"/>
                  </a:cubicBezTo>
                  <a:lnTo>
                    <a:pt x="115718" y="0"/>
                  </a:lnTo>
                  <a:cubicBezTo>
                    <a:pt x="113872" y="6596"/>
                    <a:pt x="107824" y="11442"/>
                    <a:pt x="100656" y="11442"/>
                  </a:cubicBezTo>
                  <a:lnTo>
                    <a:pt x="17741" y="11442"/>
                  </a:lnTo>
                  <a:cubicBezTo>
                    <a:pt x="10574" y="11442"/>
                    <a:pt x="4513" y="6596"/>
                    <a:pt x="26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</p:grpSp>
      <p:sp>
        <p:nvSpPr>
          <p:cNvPr id="473" name="Freeform 6">
            <a:extLst>
              <a:ext uri="{FF2B5EF4-FFF2-40B4-BE49-F238E27FC236}">
                <a16:creationId xmlns:a16="http://schemas.microsoft.com/office/drawing/2014/main" id="{E94B8311-F224-72AC-CE47-DA9BCBDF7124}"/>
              </a:ext>
            </a:extLst>
          </p:cNvPr>
          <p:cNvSpPr/>
          <p:nvPr/>
        </p:nvSpPr>
        <p:spPr>
          <a:xfrm rot="16200000" flipH="1">
            <a:off x="5501297" y="730882"/>
            <a:ext cx="1125390" cy="7675146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BDC140AA-7514-CBA0-1C17-3A278ED9FAFA}"/>
              </a:ext>
            </a:extLst>
          </p:cNvPr>
          <p:cNvGrpSpPr/>
          <p:nvPr/>
        </p:nvGrpSpPr>
        <p:grpSpPr>
          <a:xfrm>
            <a:off x="4792858" y="5216435"/>
            <a:ext cx="2719608" cy="780042"/>
            <a:chOff x="5154234" y="4614131"/>
            <a:chExt cx="1996855" cy="473906"/>
          </a:xfrm>
        </p:grpSpPr>
        <p:sp>
          <p:nvSpPr>
            <p:cNvPr id="475" name="Google Shape;1405;p28">
              <a:extLst>
                <a:ext uri="{FF2B5EF4-FFF2-40B4-BE49-F238E27FC236}">
                  <a16:creationId xmlns:a16="http://schemas.microsoft.com/office/drawing/2014/main" id="{0355EC64-EAB8-539F-D089-EB31A41E6FE1}"/>
                </a:ext>
              </a:extLst>
            </p:cNvPr>
            <p:cNvSpPr/>
            <p:nvPr/>
          </p:nvSpPr>
          <p:spPr>
            <a:xfrm>
              <a:off x="5240790" y="4688083"/>
              <a:ext cx="1823682" cy="327701"/>
            </a:xfrm>
            <a:custGeom>
              <a:avLst/>
              <a:gdLst/>
              <a:ahLst/>
              <a:cxnLst/>
              <a:rect l="l" t="t" r="r" b="b"/>
              <a:pathLst>
                <a:path w="108133" h="25219" extrusionOk="0">
                  <a:moveTo>
                    <a:pt x="12609" y="1"/>
                  </a:moveTo>
                  <a:cubicBezTo>
                    <a:pt x="5644" y="1"/>
                    <a:pt x="0" y="5645"/>
                    <a:pt x="0" y="12610"/>
                  </a:cubicBezTo>
                  <a:cubicBezTo>
                    <a:pt x="0" y="19575"/>
                    <a:pt x="5644" y="25218"/>
                    <a:pt x="12609" y="25218"/>
                  </a:cubicBezTo>
                  <a:lnTo>
                    <a:pt x="95524" y="25218"/>
                  </a:lnTo>
                  <a:cubicBezTo>
                    <a:pt x="102489" y="25218"/>
                    <a:pt x="108133" y="19575"/>
                    <a:pt x="108133" y="12610"/>
                  </a:cubicBezTo>
                  <a:cubicBezTo>
                    <a:pt x="108133" y="5645"/>
                    <a:pt x="102489" y="1"/>
                    <a:pt x="95524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400" dirty="0">
                  <a:latin typeface="Syne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HTML Elements</a:t>
              </a:r>
              <a:endParaRPr sz="1400" dirty="0">
                <a:latin typeface="Syne" pitchFamily="2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76" name="Google Shape;1406;p28">
              <a:extLst>
                <a:ext uri="{FF2B5EF4-FFF2-40B4-BE49-F238E27FC236}">
                  <a16:creationId xmlns:a16="http://schemas.microsoft.com/office/drawing/2014/main" id="{B7555FCE-9EAB-39D5-2DEE-624DC9764F84}"/>
                </a:ext>
              </a:extLst>
            </p:cNvPr>
            <p:cNvSpPr/>
            <p:nvPr/>
          </p:nvSpPr>
          <p:spPr>
            <a:xfrm>
              <a:off x="5154234" y="4833829"/>
              <a:ext cx="47003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68" y="2787"/>
                    <a:pt x="2787" y="2168"/>
                    <a:pt x="2787" y="1394"/>
                  </a:cubicBezTo>
                  <a:cubicBezTo>
                    <a:pt x="2787" y="620"/>
                    <a:pt x="2168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477" name="Google Shape;1407;p28">
              <a:extLst>
                <a:ext uri="{FF2B5EF4-FFF2-40B4-BE49-F238E27FC236}">
                  <a16:creationId xmlns:a16="http://schemas.microsoft.com/office/drawing/2014/main" id="{E8A439AB-4AEF-AC3D-55B0-425CC78CA018}"/>
                </a:ext>
              </a:extLst>
            </p:cNvPr>
            <p:cNvSpPr/>
            <p:nvPr/>
          </p:nvSpPr>
          <p:spPr>
            <a:xfrm>
              <a:off x="7104086" y="4833829"/>
              <a:ext cx="47003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56" y="2787"/>
                    <a:pt x="2787" y="2168"/>
                    <a:pt x="2787" y="1394"/>
                  </a:cubicBezTo>
                  <a:cubicBezTo>
                    <a:pt x="2787" y="620"/>
                    <a:pt x="2156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478" name="Google Shape;1408;p28">
              <a:extLst>
                <a:ext uri="{FF2B5EF4-FFF2-40B4-BE49-F238E27FC236}">
                  <a16:creationId xmlns:a16="http://schemas.microsoft.com/office/drawing/2014/main" id="{C5FD92DF-BE73-7E41-2BED-31534FE67B84}"/>
                </a:ext>
              </a:extLst>
            </p:cNvPr>
            <p:cNvSpPr/>
            <p:nvPr/>
          </p:nvSpPr>
          <p:spPr>
            <a:xfrm>
              <a:off x="5154236" y="4614131"/>
              <a:ext cx="1996787" cy="182426"/>
            </a:xfrm>
            <a:custGeom>
              <a:avLst/>
              <a:gdLst/>
              <a:ahLst/>
              <a:cxnLst/>
              <a:rect l="l" t="t" r="r" b="b"/>
              <a:pathLst>
                <a:path w="118397" h="14039" extrusionOk="0">
                  <a:moveTo>
                    <a:pt x="17741" y="1"/>
                  </a:moveTo>
                  <a:cubicBezTo>
                    <a:pt x="9133" y="1"/>
                    <a:pt x="1906" y="6002"/>
                    <a:pt x="1" y="14038"/>
                  </a:cubicBezTo>
                  <a:lnTo>
                    <a:pt x="2680" y="14038"/>
                  </a:lnTo>
                  <a:cubicBezTo>
                    <a:pt x="4513" y="7454"/>
                    <a:pt x="10574" y="2596"/>
                    <a:pt x="17741" y="2596"/>
                  </a:cubicBezTo>
                  <a:lnTo>
                    <a:pt x="100656" y="2596"/>
                  </a:lnTo>
                  <a:cubicBezTo>
                    <a:pt x="107824" y="2596"/>
                    <a:pt x="113872" y="7454"/>
                    <a:pt x="115718" y="14038"/>
                  </a:cubicBezTo>
                  <a:lnTo>
                    <a:pt x="118397" y="14038"/>
                  </a:lnTo>
                  <a:cubicBezTo>
                    <a:pt x="116492" y="6002"/>
                    <a:pt x="109264" y="1"/>
                    <a:pt x="1006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Syne" pitchFamily="2" charset="0"/>
              </a:endParaRPr>
            </a:p>
          </p:txBody>
        </p:sp>
        <p:sp>
          <p:nvSpPr>
            <p:cNvPr id="479" name="Google Shape;1409;p28">
              <a:extLst>
                <a:ext uri="{FF2B5EF4-FFF2-40B4-BE49-F238E27FC236}">
                  <a16:creationId xmlns:a16="http://schemas.microsoft.com/office/drawing/2014/main" id="{7FF7A706-1CA1-2AC6-9B7C-F9EF3BC4A213}"/>
                </a:ext>
              </a:extLst>
            </p:cNvPr>
            <p:cNvSpPr/>
            <p:nvPr/>
          </p:nvSpPr>
          <p:spPr>
            <a:xfrm>
              <a:off x="5154234" y="4905624"/>
              <a:ext cx="1996786" cy="182413"/>
            </a:xfrm>
            <a:custGeom>
              <a:avLst/>
              <a:gdLst/>
              <a:ahLst/>
              <a:cxnLst/>
              <a:rect l="l" t="t" r="r" b="b"/>
              <a:pathLst>
                <a:path w="118397" h="14038" extrusionOk="0">
                  <a:moveTo>
                    <a:pt x="1" y="0"/>
                  </a:moveTo>
                  <a:cubicBezTo>
                    <a:pt x="1906" y="8037"/>
                    <a:pt x="9133" y="14038"/>
                    <a:pt x="17741" y="14038"/>
                  </a:cubicBezTo>
                  <a:lnTo>
                    <a:pt x="100656" y="14038"/>
                  </a:lnTo>
                  <a:cubicBezTo>
                    <a:pt x="109264" y="14038"/>
                    <a:pt x="116492" y="8037"/>
                    <a:pt x="118397" y="0"/>
                  </a:cubicBezTo>
                  <a:lnTo>
                    <a:pt x="115718" y="0"/>
                  </a:lnTo>
                  <a:cubicBezTo>
                    <a:pt x="113872" y="6596"/>
                    <a:pt x="107824" y="11442"/>
                    <a:pt x="100656" y="11442"/>
                  </a:cubicBezTo>
                  <a:lnTo>
                    <a:pt x="17741" y="11442"/>
                  </a:lnTo>
                  <a:cubicBezTo>
                    <a:pt x="10574" y="11442"/>
                    <a:pt x="4513" y="6596"/>
                    <a:pt x="26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</p:grpSp>
      <p:sp>
        <p:nvSpPr>
          <p:cNvPr id="480" name="Google Shape;457;p31">
            <a:extLst>
              <a:ext uri="{FF2B5EF4-FFF2-40B4-BE49-F238E27FC236}">
                <a16:creationId xmlns:a16="http://schemas.microsoft.com/office/drawing/2014/main" id="{26839CF6-77C0-D243-3710-002B73968D16}"/>
              </a:ext>
            </a:extLst>
          </p:cNvPr>
          <p:cNvSpPr txBox="1">
            <a:spLocks/>
          </p:cNvSpPr>
          <p:nvPr/>
        </p:nvSpPr>
        <p:spPr>
          <a:xfrm>
            <a:off x="1868135" y="3406230"/>
            <a:ext cx="8206775" cy="125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 algn="ctr">
              <a:spcAft>
                <a:spcPts val="2100"/>
              </a:spcAft>
              <a:buFont typeface="Roboto Mono"/>
              <a:buNone/>
            </a:pPr>
            <a:r>
              <a:rPr lang="en-US" sz="4400" b="1" dirty="0">
                <a:solidFill>
                  <a:schemeClr val="accent5"/>
                </a:solidFill>
                <a:latin typeface="Mont Heavy DEMO" panose="00000A00000000000000" pitchFamily="50" charset="0"/>
              </a:rPr>
              <a:t> Best HTML Course </a:t>
            </a:r>
          </a:p>
        </p:txBody>
      </p:sp>
      <p:sp>
        <p:nvSpPr>
          <p:cNvPr id="481" name="Google Shape;457;p31">
            <a:extLst>
              <a:ext uri="{FF2B5EF4-FFF2-40B4-BE49-F238E27FC236}">
                <a16:creationId xmlns:a16="http://schemas.microsoft.com/office/drawing/2014/main" id="{06AF96CB-41E9-0E5F-602E-E4F961DAD655}"/>
              </a:ext>
            </a:extLst>
          </p:cNvPr>
          <p:cNvSpPr txBox="1">
            <a:spLocks/>
          </p:cNvSpPr>
          <p:nvPr/>
        </p:nvSpPr>
        <p:spPr>
          <a:xfrm>
            <a:off x="8847732" y="3275794"/>
            <a:ext cx="2896822" cy="125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>
              <a:spcAft>
                <a:spcPts val="2100"/>
              </a:spcAft>
              <a:buFont typeface="Roboto Mono"/>
              <a:buNone/>
            </a:pPr>
            <a:r>
              <a:rPr lang="en-US" sz="4400" b="1" dirty="0">
                <a:solidFill>
                  <a:srgbClr val="002060"/>
                </a:solidFill>
                <a:latin typeface="Syne" pitchFamily="2" charset="0"/>
              </a:rPr>
              <a:t>&lt;/</a:t>
            </a:r>
            <a:r>
              <a:rPr lang="en-US" sz="4400" b="1" dirty="0">
                <a:solidFill>
                  <a:srgbClr val="002060"/>
                </a:solidFill>
                <a:latin typeface="Mont Heavy DEMO" panose="00000A00000000000000" pitchFamily="50" charset="0"/>
              </a:rPr>
              <a:t>h1</a:t>
            </a:r>
            <a:r>
              <a:rPr lang="en-US" sz="4400" b="1" dirty="0">
                <a:solidFill>
                  <a:srgbClr val="002060"/>
                </a:solidFill>
                <a:latin typeface="Syne" pitchFamily="2" charset="0"/>
              </a:rPr>
              <a:t>&gt;</a:t>
            </a:r>
          </a:p>
        </p:txBody>
      </p:sp>
      <p:sp>
        <p:nvSpPr>
          <p:cNvPr id="482" name="Google Shape;457;p31">
            <a:extLst>
              <a:ext uri="{FF2B5EF4-FFF2-40B4-BE49-F238E27FC236}">
                <a16:creationId xmlns:a16="http://schemas.microsoft.com/office/drawing/2014/main" id="{93B646CC-6244-D448-8348-47BFB87D8F2E}"/>
              </a:ext>
            </a:extLst>
          </p:cNvPr>
          <p:cNvSpPr txBox="1">
            <a:spLocks/>
          </p:cNvSpPr>
          <p:nvPr/>
        </p:nvSpPr>
        <p:spPr>
          <a:xfrm>
            <a:off x="1605440" y="3325489"/>
            <a:ext cx="2896822" cy="125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>
              <a:spcAft>
                <a:spcPts val="2100"/>
              </a:spcAft>
              <a:buFont typeface="Roboto Mono"/>
              <a:buNone/>
            </a:pPr>
            <a:r>
              <a:rPr lang="en-US" sz="4400" b="1" dirty="0">
                <a:solidFill>
                  <a:srgbClr val="002060"/>
                </a:solidFill>
                <a:latin typeface="Syne" pitchFamily="2" charset="0"/>
              </a:rPr>
              <a:t>&lt;</a:t>
            </a:r>
            <a:r>
              <a:rPr lang="en-US" sz="4400" b="1" dirty="0">
                <a:solidFill>
                  <a:srgbClr val="002060"/>
                </a:solidFill>
                <a:latin typeface="Mont Heavy DEMO" panose="00000A00000000000000" pitchFamily="50" charset="0"/>
              </a:rPr>
              <a:t>h1</a:t>
            </a:r>
            <a:r>
              <a:rPr lang="en-US" sz="4400" b="1" dirty="0">
                <a:solidFill>
                  <a:srgbClr val="002060"/>
                </a:solidFill>
                <a:latin typeface="Syne" pitchFamily="2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1153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" grpId="0"/>
      <p:bldP spid="2" grpId="0"/>
      <p:bldP spid="466" grpId="0" animBg="1"/>
      <p:bldP spid="473" grpId="0" animBg="1"/>
      <p:bldP spid="480" grpId="0"/>
      <p:bldP spid="481" grpId="0"/>
      <p:bldP spid="48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  <a:latin typeface="Mont Heavy DEMO" panose="00000A00000000000000" pitchFamily="50" charset="0"/>
              </a:rPr>
              <a:t>DID YOU </a:t>
            </a:r>
            <a:r>
              <a:rPr lang="en" sz="6000" dirty="0">
                <a:solidFill>
                  <a:schemeClr val="accent2"/>
                </a:solidFill>
                <a:latin typeface="Mont Heavy DEMO" panose="00000A00000000000000" pitchFamily="50" charset="0"/>
              </a:rPr>
              <a:t>KNOW?</a:t>
            </a:r>
            <a:endParaRPr sz="6000" dirty="0">
              <a:solidFill>
                <a:schemeClr val="accent2"/>
              </a:solidFill>
              <a:latin typeface="Mont Heavy DEMO" panose="00000A00000000000000" pitchFamily="50" charset="0"/>
            </a:endParaRPr>
          </a:p>
        </p:txBody>
      </p:sp>
      <p:pic>
        <p:nvPicPr>
          <p:cNvPr id="3" name="Picture 2" descr="A person holding a megaphone&#10;&#10;Description automatically generated">
            <a:extLst>
              <a:ext uri="{FF2B5EF4-FFF2-40B4-BE49-F238E27FC236}">
                <a16:creationId xmlns:a16="http://schemas.microsoft.com/office/drawing/2014/main" id="{F7A302D6-30DF-C734-263C-44AE24180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173" y="-358351"/>
            <a:ext cx="6096000" cy="3429000"/>
          </a:xfrm>
          <a:prstGeom prst="rect">
            <a:avLst/>
          </a:prstGeom>
        </p:spPr>
      </p:pic>
      <p:sp>
        <p:nvSpPr>
          <p:cNvPr id="5" name="Google Shape;443;p29">
            <a:extLst>
              <a:ext uri="{FF2B5EF4-FFF2-40B4-BE49-F238E27FC236}">
                <a16:creationId xmlns:a16="http://schemas.microsoft.com/office/drawing/2014/main" id="{E5653472-F9BA-628F-DC29-5C6FDF934323}"/>
              </a:ext>
            </a:extLst>
          </p:cNvPr>
          <p:cNvSpPr txBox="1">
            <a:spLocks/>
          </p:cNvSpPr>
          <p:nvPr/>
        </p:nvSpPr>
        <p:spPr>
          <a:xfrm>
            <a:off x="1307612" y="1887785"/>
            <a:ext cx="9755100" cy="304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 spc="70" baseline="0">
                <a:solidFill>
                  <a:schemeClr val="dk2"/>
                </a:solidFill>
                <a:latin typeface="Syne" pitchFamily="2" charset="0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114300" indent="0">
              <a:lnSpc>
                <a:spcPct val="200000"/>
              </a:lnSpc>
            </a:pPr>
            <a:r>
              <a:rPr lang="en-US" sz="2000" b="1" spc="80" dirty="0">
                <a:solidFill>
                  <a:srgbClr val="D1D5DB"/>
                </a:solidFill>
                <a:ea typeface="Roboto Mono" panose="00000009000000000000" pitchFamily="49" charset="0"/>
              </a:rPr>
              <a:t>h1</a:t>
            </a:r>
            <a:r>
              <a:rPr lang="en-US" sz="2000" spc="80" dirty="0">
                <a:solidFill>
                  <a:srgbClr val="D1D5DB"/>
                </a:solidFill>
                <a:ea typeface="Roboto Mono" panose="00000009000000000000" pitchFamily="49" charset="0"/>
              </a:rPr>
              <a:t>: Typically, larger and bold, around 24px to 36px or even larger.</a:t>
            </a:r>
          </a:p>
          <a:p>
            <a:pPr marL="114300" indent="0">
              <a:lnSpc>
                <a:spcPct val="200000"/>
              </a:lnSpc>
            </a:pPr>
            <a:r>
              <a:rPr lang="en-US" sz="2000" b="1" spc="80" dirty="0">
                <a:solidFill>
                  <a:srgbClr val="D1D5DB"/>
                </a:solidFill>
                <a:ea typeface="Roboto Mono" panose="00000009000000000000" pitchFamily="49" charset="0"/>
              </a:rPr>
              <a:t>h2</a:t>
            </a:r>
            <a:r>
              <a:rPr lang="en-US" sz="2000" spc="80" dirty="0">
                <a:solidFill>
                  <a:srgbClr val="D1D5DB"/>
                </a:solidFill>
                <a:ea typeface="Roboto Mono" panose="00000009000000000000" pitchFamily="49" charset="0"/>
              </a:rPr>
              <a:t>: Slightly smaller, around 18px to 30px.</a:t>
            </a:r>
          </a:p>
          <a:p>
            <a:pPr marL="114300" indent="0">
              <a:lnSpc>
                <a:spcPct val="200000"/>
              </a:lnSpc>
            </a:pPr>
            <a:r>
              <a:rPr lang="en-US" sz="2000" b="1" spc="80" dirty="0">
                <a:solidFill>
                  <a:srgbClr val="D1D5DB"/>
                </a:solidFill>
                <a:ea typeface="Roboto Mono" panose="00000009000000000000" pitchFamily="49" charset="0"/>
              </a:rPr>
              <a:t>h3</a:t>
            </a:r>
            <a:r>
              <a:rPr lang="en-US" sz="2000" spc="80" dirty="0">
                <a:solidFill>
                  <a:srgbClr val="D1D5DB"/>
                </a:solidFill>
                <a:ea typeface="Roboto Mono" panose="00000009000000000000" pitchFamily="49" charset="0"/>
              </a:rPr>
              <a:t>: Smaller than h2, around 16px to 24px.</a:t>
            </a:r>
          </a:p>
          <a:p>
            <a:pPr marL="114300" indent="0">
              <a:lnSpc>
                <a:spcPct val="200000"/>
              </a:lnSpc>
            </a:pPr>
            <a:r>
              <a:rPr lang="en-US" sz="2000" b="1" spc="80" dirty="0">
                <a:solidFill>
                  <a:srgbClr val="D1D5DB"/>
                </a:solidFill>
                <a:ea typeface="Roboto Mono" panose="00000009000000000000" pitchFamily="49" charset="0"/>
              </a:rPr>
              <a:t>h4</a:t>
            </a:r>
            <a:r>
              <a:rPr lang="en-US" sz="2000" spc="80" dirty="0">
                <a:solidFill>
                  <a:srgbClr val="D1D5DB"/>
                </a:solidFill>
                <a:ea typeface="Roboto Mono" panose="00000009000000000000" pitchFamily="49" charset="0"/>
              </a:rPr>
              <a:t>: Generally, around 14px to 20px.</a:t>
            </a:r>
          </a:p>
          <a:p>
            <a:pPr marL="114300" indent="0">
              <a:lnSpc>
                <a:spcPct val="200000"/>
              </a:lnSpc>
            </a:pPr>
            <a:r>
              <a:rPr lang="en-US" sz="2000" b="1" spc="80" dirty="0">
                <a:solidFill>
                  <a:srgbClr val="D1D5DB"/>
                </a:solidFill>
                <a:ea typeface="Roboto Mono" panose="00000009000000000000" pitchFamily="49" charset="0"/>
              </a:rPr>
              <a:t>h5</a:t>
            </a:r>
            <a:r>
              <a:rPr lang="en-US" sz="2000" spc="80" dirty="0">
                <a:solidFill>
                  <a:srgbClr val="D1D5DB"/>
                </a:solidFill>
                <a:ea typeface="Roboto Mono" panose="00000009000000000000" pitchFamily="49" charset="0"/>
              </a:rPr>
              <a:t>: Smaller, often around 12px to 18px.</a:t>
            </a:r>
          </a:p>
          <a:p>
            <a:pPr marL="114300" indent="0">
              <a:lnSpc>
                <a:spcPct val="200000"/>
              </a:lnSpc>
            </a:pPr>
            <a:r>
              <a:rPr lang="en-US" sz="2000" b="1" spc="80" dirty="0">
                <a:solidFill>
                  <a:srgbClr val="D1D5DB"/>
                </a:solidFill>
                <a:ea typeface="Roboto Mono" panose="00000009000000000000" pitchFamily="49" charset="0"/>
              </a:rPr>
              <a:t>h6</a:t>
            </a:r>
            <a:r>
              <a:rPr lang="en-US" sz="2000" spc="80" dirty="0">
                <a:solidFill>
                  <a:srgbClr val="D1D5DB"/>
                </a:solidFill>
                <a:ea typeface="Roboto Mono" panose="00000009000000000000" pitchFamily="49" charset="0"/>
              </a:rPr>
              <a:t>: The smallest, often around 10px to 16px.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11;p25">
            <a:extLst>
              <a:ext uri="{FF2B5EF4-FFF2-40B4-BE49-F238E27FC236}">
                <a16:creationId xmlns:a16="http://schemas.microsoft.com/office/drawing/2014/main" id="{49DD3636-5E0F-F91E-9FFD-18B5B9BB1290}"/>
              </a:ext>
            </a:extLst>
          </p:cNvPr>
          <p:cNvSpPr txBox="1">
            <a:spLocks/>
          </p:cNvSpPr>
          <p:nvPr/>
        </p:nvSpPr>
        <p:spPr>
          <a:xfrm>
            <a:off x="2741691" y="422918"/>
            <a:ext cx="5924327" cy="94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6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US" sz="4500" dirty="0">
                <a:solidFill>
                  <a:srgbClr val="FFC00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HTML INTERVIEW</a:t>
            </a:r>
          </a:p>
        </p:txBody>
      </p:sp>
      <p:sp>
        <p:nvSpPr>
          <p:cNvPr id="3" name="Google Shape;412;p25">
            <a:extLst>
              <a:ext uri="{FF2B5EF4-FFF2-40B4-BE49-F238E27FC236}">
                <a16:creationId xmlns:a16="http://schemas.microsoft.com/office/drawing/2014/main" id="{B6187AF0-827A-E5CD-7DEB-B12A3146E042}"/>
              </a:ext>
            </a:extLst>
          </p:cNvPr>
          <p:cNvSpPr/>
          <p:nvPr/>
        </p:nvSpPr>
        <p:spPr>
          <a:xfrm>
            <a:off x="1364520" y="422918"/>
            <a:ext cx="1143153" cy="83620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rgbClr val="1F324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0</a:t>
            </a:r>
            <a:r>
              <a:rPr lang="en-US" b="1" i="0" dirty="0">
                <a:ln>
                  <a:noFill/>
                </a:ln>
                <a:solidFill>
                  <a:srgbClr val="1F324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1</a:t>
            </a:r>
            <a:endParaRPr b="1" i="0" dirty="0">
              <a:ln>
                <a:noFill/>
              </a:ln>
              <a:solidFill>
                <a:srgbClr val="1F3240"/>
              </a:solidFill>
              <a:latin typeface="Mont Heavy DEMO" panose="00000A00000000000000" pitchFamily="50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  <p:pic>
        <p:nvPicPr>
          <p:cNvPr id="5" name="Picture 4" descr="A person and person sitting at a table with a computer&#10;&#10;Description automatically generated">
            <a:extLst>
              <a:ext uri="{FF2B5EF4-FFF2-40B4-BE49-F238E27FC236}">
                <a16:creationId xmlns:a16="http://schemas.microsoft.com/office/drawing/2014/main" id="{5129E200-3AB0-D622-CB4A-6B7B534BB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325" y="-591714"/>
            <a:ext cx="6973588" cy="3922643"/>
          </a:xfrm>
          <a:prstGeom prst="rect">
            <a:avLst/>
          </a:prstGeom>
        </p:spPr>
      </p:pic>
      <p:sp>
        <p:nvSpPr>
          <p:cNvPr id="7" name="Google Shape;443;p29">
            <a:extLst>
              <a:ext uri="{FF2B5EF4-FFF2-40B4-BE49-F238E27FC236}">
                <a16:creationId xmlns:a16="http://schemas.microsoft.com/office/drawing/2014/main" id="{29638807-4F8F-9CB9-A370-5B7890BBEA15}"/>
              </a:ext>
            </a:extLst>
          </p:cNvPr>
          <p:cNvSpPr txBox="1">
            <a:spLocks/>
          </p:cNvSpPr>
          <p:nvPr/>
        </p:nvSpPr>
        <p:spPr>
          <a:xfrm>
            <a:off x="1307612" y="1887785"/>
            <a:ext cx="9755100" cy="304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 spc="70" baseline="0">
                <a:solidFill>
                  <a:schemeClr val="dk2"/>
                </a:solidFill>
                <a:latin typeface="Syne" pitchFamily="2" charset="0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114300" indent="0">
              <a:lnSpc>
                <a:spcPct val="200000"/>
              </a:lnSpc>
            </a:pPr>
            <a:r>
              <a:rPr lang="en-US" sz="2000" b="1" spc="80" dirty="0">
                <a:solidFill>
                  <a:srgbClr val="D1D5DB"/>
                </a:solidFill>
                <a:ea typeface="Roboto Mono" panose="00000009000000000000" pitchFamily="49" charset="0"/>
              </a:rPr>
              <a:t>h1</a:t>
            </a:r>
            <a:r>
              <a:rPr lang="en-US" sz="2000" spc="80" dirty="0">
                <a:solidFill>
                  <a:srgbClr val="D1D5DB"/>
                </a:solidFill>
                <a:ea typeface="Roboto Mono" panose="00000009000000000000" pitchFamily="49" charset="0"/>
              </a:rPr>
              <a:t>: Typically, larger and bold, around 24px to 36px or even larger.</a:t>
            </a:r>
          </a:p>
          <a:p>
            <a:pPr marL="114300" indent="0">
              <a:lnSpc>
                <a:spcPct val="200000"/>
              </a:lnSpc>
            </a:pPr>
            <a:r>
              <a:rPr lang="en-US" sz="2000" b="1" spc="80" dirty="0">
                <a:solidFill>
                  <a:srgbClr val="D1D5DB"/>
                </a:solidFill>
                <a:ea typeface="Roboto Mono" panose="00000009000000000000" pitchFamily="49" charset="0"/>
              </a:rPr>
              <a:t>h2</a:t>
            </a:r>
            <a:r>
              <a:rPr lang="en-US" sz="2000" spc="80" dirty="0">
                <a:solidFill>
                  <a:srgbClr val="D1D5DB"/>
                </a:solidFill>
                <a:ea typeface="Roboto Mono" panose="00000009000000000000" pitchFamily="49" charset="0"/>
              </a:rPr>
              <a:t>: Slightly smaller, around 18px to 30px.</a:t>
            </a:r>
          </a:p>
          <a:p>
            <a:pPr marL="114300" indent="0">
              <a:lnSpc>
                <a:spcPct val="200000"/>
              </a:lnSpc>
            </a:pPr>
            <a:r>
              <a:rPr lang="en-US" sz="2000" b="1" spc="80" dirty="0">
                <a:solidFill>
                  <a:srgbClr val="D1D5DB"/>
                </a:solidFill>
                <a:ea typeface="Roboto Mono" panose="00000009000000000000" pitchFamily="49" charset="0"/>
              </a:rPr>
              <a:t>h3</a:t>
            </a:r>
            <a:r>
              <a:rPr lang="en-US" sz="2000" spc="80" dirty="0">
                <a:solidFill>
                  <a:srgbClr val="D1D5DB"/>
                </a:solidFill>
                <a:ea typeface="Roboto Mono" panose="00000009000000000000" pitchFamily="49" charset="0"/>
              </a:rPr>
              <a:t>: Smaller than h2, around 16px to 24px.</a:t>
            </a:r>
          </a:p>
          <a:p>
            <a:pPr marL="114300" indent="0">
              <a:lnSpc>
                <a:spcPct val="200000"/>
              </a:lnSpc>
            </a:pPr>
            <a:r>
              <a:rPr lang="en-US" sz="2000" b="1" spc="80" dirty="0">
                <a:solidFill>
                  <a:srgbClr val="D1D5DB"/>
                </a:solidFill>
                <a:ea typeface="Roboto Mono" panose="00000009000000000000" pitchFamily="49" charset="0"/>
              </a:rPr>
              <a:t>h4</a:t>
            </a:r>
            <a:r>
              <a:rPr lang="en-US" sz="2000" spc="80" dirty="0">
                <a:solidFill>
                  <a:srgbClr val="D1D5DB"/>
                </a:solidFill>
                <a:ea typeface="Roboto Mono" panose="00000009000000000000" pitchFamily="49" charset="0"/>
              </a:rPr>
              <a:t>: Generally, around 14px to 20px.</a:t>
            </a:r>
          </a:p>
          <a:p>
            <a:pPr marL="114300" indent="0">
              <a:lnSpc>
                <a:spcPct val="200000"/>
              </a:lnSpc>
            </a:pPr>
            <a:r>
              <a:rPr lang="en-US" sz="2000" b="1" spc="80" dirty="0">
                <a:solidFill>
                  <a:srgbClr val="D1D5DB"/>
                </a:solidFill>
                <a:ea typeface="Roboto Mono" panose="00000009000000000000" pitchFamily="49" charset="0"/>
              </a:rPr>
              <a:t>h5</a:t>
            </a:r>
            <a:r>
              <a:rPr lang="en-US" sz="2000" spc="80" dirty="0">
                <a:solidFill>
                  <a:srgbClr val="D1D5DB"/>
                </a:solidFill>
                <a:ea typeface="Roboto Mono" panose="00000009000000000000" pitchFamily="49" charset="0"/>
              </a:rPr>
              <a:t>: Smaller, often around 12px to 18px.</a:t>
            </a:r>
          </a:p>
          <a:p>
            <a:pPr marL="114300" indent="0">
              <a:lnSpc>
                <a:spcPct val="200000"/>
              </a:lnSpc>
            </a:pPr>
            <a:r>
              <a:rPr lang="en-US" sz="2000" b="1" spc="80" dirty="0">
                <a:solidFill>
                  <a:srgbClr val="D1D5DB"/>
                </a:solidFill>
                <a:ea typeface="Roboto Mono" panose="00000009000000000000" pitchFamily="49" charset="0"/>
              </a:rPr>
              <a:t>h6</a:t>
            </a:r>
            <a:r>
              <a:rPr lang="en-US" sz="2000" spc="80" dirty="0">
                <a:solidFill>
                  <a:srgbClr val="D1D5DB"/>
                </a:solidFill>
                <a:ea typeface="Roboto Mono" panose="00000009000000000000" pitchFamily="49" charset="0"/>
              </a:rPr>
              <a:t>: The smallest, often around 10px to 16px.</a:t>
            </a:r>
          </a:p>
        </p:txBody>
      </p:sp>
    </p:spTree>
    <p:extLst>
      <p:ext uri="{BB962C8B-B14F-4D97-AF65-F5344CB8AC3E}">
        <p14:creationId xmlns:p14="http://schemas.microsoft.com/office/powerpoint/2010/main" val="223845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person writing on a book&#10;&#10;Description automatically generated">
            <a:extLst>
              <a:ext uri="{FF2B5EF4-FFF2-40B4-BE49-F238E27FC236}">
                <a16:creationId xmlns:a16="http://schemas.microsoft.com/office/drawing/2014/main" id="{BE4718EF-99FA-1DEA-9B23-DECC75A1F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8189" y="3384162"/>
            <a:ext cx="6876924" cy="3868270"/>
          </a:xfrm>
          <a:prstGeom prst="rect">
            <a:avLst/>
          </a:prstGeom>
        </p:spPr>
      </p:pic>
      <p:sp>
        <p:nvSpPr>
          <p:cNvPr id="459" name="Google Shape;459;p31"/>
          <p:cNvSpPr/>
          <p:nvPr/>
        </p:nvSpPr>
        <p:spPr>
          <a:xfrm>
            <a:off x="1165416" y="162487"/>
            <a:ext cx="1255756" cy="84189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i="0" dirty="0">
                <a:ln>
                  <a:noFill/>
                </a:ln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02</a:t>
            </a:r>
          </a:p>
        </p:txBody>
      </p:sp>
      <p:sp>
        <p:nvSpPr>
          <p:cNvPr id="2" name="Google Shape;411;p25">
            <a:extLst>
              <a:ext uri="{FF2B5EF4-FFF2-40B4-BE49-F238E27FC236}">
                <a16:creationId xmlns:a16="http://schemas.microsoft.com/office/drawing/2014/main" id="{C47BDCE9-8EDF-0F9F-EBC7-839DD16F1061}"/>
              </a:ext>
            </a:extLst>
          </p:cNvPr>
          <p:cNvSpPr txBox="1">
            <a:spLocks/>
          </p:cNvSpPr>
          <p:nvPr/>
        </p:nvSpPr>
        <p:spPr>
          <a:xfrm>
            <a:off x="2708560" y="155981"/>
            <a:ext cx="7177562" cy="94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6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US" sz="4500" dirty="0">
                <a:solidFill>
                  <a:srgbClr val="FFC00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HTML PARAGRAPH TAG</a:t>
            </a:r>
          </a:p>
        </p:txBody>
      </p:sp>
      <p:pic>
        <p:nvPicPr>
          <p:cNvPr id="451" name="Graphic 450" descr="Line arrow: Clockwise curve with solid fill">
            <a:extLst>
              <a:ext uri="{FF2B5EF4-FFF2-40B4-BE49-F238E27FC236}">
                <a16:creationId xmlns:a16="http://schemas.microsoft.com/office/drawing/2014/main" id="{A8C9AEDF-E757-15A4-1BA1-3FCB00F3C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519824">
            <a:off x="2202253" y="2656972"/>
            <a:ext cx="521038" cy="990350"/>
          </a:xfrm>
          <a:prstGeom prst="rect">
            <a:avLst/>
          </a:prstGeom>
        </p:spPr>
      </p:pic>
      <p:grpSp>
        <p:nvGrpSpPr>
          <p:cNvPr id="452" name="Group 451">
            <a:extLst>
              <a:ext uri="{FF2B5EF4-FFF2-40B4-BE49-F238E27FC236}">
                <a16:creationId xmlns:a16="http://schemas.microsoft.com/office/drawing/2014/main" id="{AF7E195C-4052-1686-B621-6F590938A3A4}"/>
              </a:ext>
            </a:extLst>
          </p:cNvPr>
          <p:cNvGrpSpPr/>
          <p:nvPr/>
        </p:nvGrpSpPr>
        <p:grpSpPr>
          <a:xfrm>
            <a:off x="1495681" y="1939310"/>
            <a:ext cx="2143406" cy="780042"/>
            <a:chOff x="1780492" y="1933351"/>
            <a:chExt cx="1573783" cy="473906"/>
          </a:xfrm>
        </p:grpSpPr>
        <p:sp>
          <p:nvSpPr>
            <p:cNvPr id="453" name="Google Shape;1405;p28">
              <a:extLst>
                <a:ext uri="{FF2B5EF4-FFF2-40B4-BE49-F238E27FC236}">
                  <a16:creationId xmlns:a16="http://schemas.microsoft.com/office/drawing/2014/main" id="{6C599683-2B2D-1EB5-F5BC-F94726EB4ADA}"/>
                </a:ext>
              </a:extLst>
            </p:cNvPr>
            <p:cNvSpPr/>
            <p:nvPr/>
          </p:nvSpPr>
          <p:spPr>
            <a:xfrm>
              <a:off x="1848709" y="2007303"/>
              <a:ext cx="1437300" cy="327701"/>
            </a:xfrm>
            <a:custGeom>
              <a:avLst/>
              <a:gdLst/>
              <a:ahLst/>
              <a:cxnLst/>
              <a:rect l="l" t="t" r="r" b="b"/>
              <a:pathLst>
                <a:path w="108133" h="25219" extrusionOk="0">
                  <a:moveTo>
                    <a:pt x="12609" y="1"/>
                  </a:moveTo>
                  <a:cubicBezTo>
                    <a:pt x="5644" y="1"/>
                    <a:pt x="0" y="5645"/>
                    <a:pt x="0" y="12610"/>
                  </a:cubicBezTo>
                  <a:cubicBezTo>
                    <a:pt x="0" y="19575"/>
                    <a:pt x="5644" y="25218"/>
                    <a:pt x="12609" y="25218"/>
                  </a:cubicBezTo>
                  <a:lnTo>
                    <a:pt x="95524" y="25218"/>
                  </a:lnTo>
                  <a:cubicBezTo>
                    <a:pt x="102489" y="25218"/>
                    <a:pt x="108133" y="19575"/>
                    <a:pt x="108133" y="12610"/>
                  </a:cubicBezTo>
                  <a:cubicBezTo>
                    <a:pt x="108133" y="5645"/>
                    <a:pt x="102489" y="1"/>
                    <a:pt x="95524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400" dirty="0">
                  <a:latin typeface="Syne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Opening Tag</a:t>
              </a:r>
              <a:endParaRPr sz="1400" dirty="0">
                <a:latin typeface="Syne" pitchFamily="2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54" name="Google Shape;1406;p28">
              <a:extLst>
                <a:ext uri="{FF2B5EF4-FFF2-40B4-BE49-F238E27FC236}">
                  <a16:creationId xmlns:a16="http://schemas.microsoft.com/office/drawing/2014/main" id="{C3811848-D30B-AD56-FB7A-D9E06062A514}"/>
                </a:ext>
              </a:extLst>
            </p:cNvPr>
            <p:cNvSpPr/>
            <p:nvPr/>
          </p:nvSpPr>
          <p:spPr>
            <a:xfrm>
              <a:off x="1780492" y="2153049"/>
              <a:ext cx="37045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68" y="2787"/>
                    <a:pt x="2787" y="2168"/>
                    <a:pt x="2787" y="1394"/>
                  </a:cubicBezTo>
                  <a:cubicBezTo>
                    <a:pt x="2787" y="620"/>
                    <a:pt x="2168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455" name="Google Shape;1407;p28">
              <a:extLst>
                <a:ext uri="{FF2B5EF4-FFF2-40B4-BE49-F238E27FC236}">
                  <a16:creationId xmlns:a16="http://schemas.microsoft.com/office/drawing/2014/main" id="{9E41A04E-0335-1DB6-6375-9DE1C62FF448}"/>
                </a:ext>
              </a:extLst>
            </p:cNvPr>
            <p:cNvSpPr/>
            <p:nvPr/>
          </p:nvSpPr>
          <p:spPr>
            <a:xfrm>
              <a:off x="3317230" y="2153049"/>
              <a:ext cx="37045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56" y="2787"/>
                    <a:pt x="2787" y="2168"/>
                    <a:pt x="2787" y="1394"/>
                  </a:cubicBezTo>
                  <a:cubicBezTo>
                    <a:pt x="2787" y="620"/>
                    <a:pt x="2156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456" name="Google Shape;1408;p28">
              <a:extLst>
                <a:ext uri="{FF2B5EF4-FFF2-40B4-BE49-F238E27FC236}">
                  <a16:creationId xmlns:a16="http://schemas.microsoft.com/office/drawing/2014/main" id="{5BCC3ACE-644C-015A-1705-C8F2D3D914EB}"/>
                </a:ext>
              </a:extLst>
            </p:cNvPr>
            <p:cNvSpPr/>
            <p:nvPr/>
          </p:nvSpPr>
          <p:spPr>
            <a:xfrm>
              <a:off x="1780493" y="1933351"/>
              <a:ext cx="1573729" cy="182426"/>
            </a:xfrm>
            <a:custGeom>
              <a:avLst/>
              <a:gdLst/>
              <a:ahLst/>
              <a:cxnLst/>
              <a:rect l="l" t="t" r="r" b="b"/>
              <a:pathLst>
                <a:path w="118397" h="14039" extrusionOk="0">
                  <a:moveTo>
                    <a:pt x="17741" y="1"/>
                  </a:moveTo>
                  <a:cubicBezTo>
                    <a:pt x="9133" y="1"/>
                    <a:pt x="1906" y="6002"/>
                    <a:pt x="1" y="14038"/>
                  </a:cubicBezTo>
                  <a:lnTo>
                    <a:pt x="2680" y="14038"/>
                  </a:lnTo>
                  <a:cubicBezTo>
                    <a:pt x="4513" y="7454"/>
                    <a:pt x="10574" y="2596"/>
                    <a:pt x="17741" y="2596"/>
                  </a:cubicBezTo>
                  <a:lnTo>
                    <a:pt x="100656" y="2596"/>
                  </a:lnTo>
                  <a:cubicBezTo>
                    <a:pt x="107824" y="2596"/>
                    <a:pt x="113872" y="7454"/>
                    <a:pt x="115718" y="14038"/>
                  </a:cubicBezTo>
                  <a:lnTo>
                    <a:pt x="118397" y="14038"/>
                  </a:lnTo>
                  <a:cubicBezTo>
                    <a:pt x="116492" y="6002"/>
                    <a:pt x="109264" y="1"/>
                    <a:pt x="1006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Syne" pitchFamily="2" charset="0"/>
              </a:endParaRPr>
            </a:p>
          </p:txBody>
        </p:sp>
        <p:sp>
          <p:nvSpPr>
            <p:cNvPr id="458" name="Google Shape;1409;p28">
              <a:extLst>
                <a:ext uri="{FF2B5EF4-FFF2-40B4-BE49-F238E27FC236}">
                  <a16:creationId xmlns:a16="http://schemas.microsoft.com/office/drawing/2014/main" id="{AE4DB045-E7B2-B0D1-4194-F87F60AD2208}"/>
                </a:ext>
              </a:extLst>
            </p:cNvPr>
            <p:cNvSpPr/>
            <p:nvPr/>
          </p:nvSpPr>
          <p:spPr>
            <a:xfrm>
              <a:off x="1780492" y="2224844"/>
              <a:ext cx="1573729" cy="182413"/>
            </a:xfrm>
            <a:custGeom>
              <a:avLst/>
              <a:gdLst/>
              <a:ahLst/>
              <a:cxnLst/>
              <a:rect l="l" t="t" r="r" b="b"/>
              <a:pathLst>
                <a:path w="118397" h="14038" extrusionOk="0">
                  <a:moveTo>
                    <a:pt x="1" y="0"/>
                  </a:moveTo>
                  <a:cubicBezTo>
                    <a:pt x="1906" y="8037"/>
                    <a:pt x="9133" y="14038"/>
                    <a:pt x="17741" y="14038"/>
                  </a:cubicBezTo>
                  <a:lnTo>
                    <a:pt x="100656" y="14038"/>
                  </a:lnTo>
                  <a:cubicBezTo>
                    <a:pt x="109264" y="14038"/>
                    <a:pt x="116492" y="8037"/>
                    <a:pt x="118397" y="0"/>
                  </a:cubicBezTo>
                  <a:lnTo>
                    <a:pt x="115718" y="0"/>
                  </a:lnTo>
                  <a:cubicBezTo>
                    <a:pt x="113872" y="6596"/>
                    <a:pt x="107824" y="11442"/>
                    <a:pt x="100656" y="11442"/>
                  </a:cubicBezTo>
                  <a:lnTo>
                    <a:pt x="17741" y="11442"/>
                  </a:lnTo>
                  <a:cubicBezTo>
                    <a:pt x="10574" y="11442"/>
                    <a:pt x="4513" y="6596"/>
                    <a:pt x="26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</p:grpSp>
      <p:pic>
        <p:nvPicPr>
          <p:cNvPr id="460" name="Graphic 459" descr="Line arrow: Clockwise curve with solid fill">
            <a:extLst>
              <a:ext uri="{FF2B5EF4-FFF2-40B4-BE49-F238E27FC236}">
                <a16:creationId xmlns:a16="http://schemas.microsoft.com/office/drawing/2014/main" id="{439C56D0-FEA7-027F-B000-A4433B51E1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924088" flipH="1">
            <a:off x="9454654" y="2617620"/>
            <a:ext cx="583940" cy="990350"/>
          </a:xfrm>
          <a:prstGeom prst="rect">
            <a:avLst/>
          </a:prstGeom>
        </p:spPr>
      </p:pic>
      <p:grpSp>
        <p:nvGrpSpPr>
          <p:cNvPr id="461" name="Group 460">
            <a:extLst>
              <a:ext uri="{FF2B5EF4-FFF2-40B4-BE49-F238E27FC236}">
                <a16:creationId xmlns:a16="http://schemas.microsoft.com/office/drawing/2014/main" id="{8B7DDDF7-2B7F-9827-6DDF-CE1B0C79F93E}"/>
              </a:ext>
            </a:extLst>
          </p:cNvPr>
          <p:cNvGrpSpPr/>
          <p:nvPr/>
        </p:nvGrpSpPr>
        <p:grpSpPr>
          <a:xfrm>
            <a:off x="8548298" y="1872897"/>
            <a:ext cx="2143406" cy="780042"/>
            <a:chOff x="8773475" y="1936510"/>
            <a:chExt cx="1573783" cy="473906"/>
          </a:xfrm>
        </p:grpSpPr>
        <p:sp>
          <p:nvSpPr>
            <p:cNvPr id="462" name="Google Shape;1405;p28">
              <a:extLst>
                <a:ext uri="{FF2B5EF4-FFF2-40B4-BE49-F238E27FC236}">
                  <a16:creationId xmlns:a16="http://schemas.microsoft.com/office/drawing/2014/main" id="{8B92562E-E2D2-FAF5-986C-C8E1CA795CD3}"/>
                </a:ext>
              </a:extLst>
            </p:cNvPr>
            <p:cNvSpPr/>
            <p:nvPr/>
          </p:nvSpPr>
          <p:spPr>
            <a:xfrm>
              <a:off x="8841692" y="2010462"/>
              <a:ext cx="1437300" cy="327701"/>
            </a:xfrm>
            <a:custGeom>
              <a:avLst/>
              <a:gdLst/>
              <a:ahLst/>
              <a:cxnLst/>
              <a:rect l="l" t="t" r="r" b="b"/>
              <a:pathLst>
                <a:path w="108133" h="25219" extrusionOk="0">
                  <a:moveTo>
                    <a:pt x="12609" y="1"/>
                  </a:moveTo>
                  <a:cubicBezTo>
                    <a:pt x="5644" y="1"/>
                    <a:pt x="0" y="5645"/>
                    <a:pt x="0" y="12610"/>
                  </a:cubicBezTo>
                  <a:cubicBezTo>
                    <a:pt x="0" y="19575"/>
                    <a:pt x="5644" y="25218"/>
                    <a:pt x="12609" y="25218"/>
                  </a:cubicBezTo>
                  <a:lnTo>
                    <a:pt x="95524" y="25218"/>
                  </a:lnTo>
                  <a:cubicBezTo>
                    <a:pt x="102489" y="25218"/>
                    <a:pt x="108133" y="19575"/>
                    <a:pt x="108133" y="12610"/>
                  </a:cubicBezTo>
                  <a:cubicBezTo>
                    <a:pt x="108133" y="5645"/>
                    <a:pt x="102489" y="1"/>
                    <a:pt x="95524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dirty="0">
                  <a:latin typeface="Syne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Closing</a:t>
              </a:r>
              <a:r>
                <a:rPr lang="en" sz="1400" dirty="0">
                  <a:latin typeface="Syne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 Tag</a:t>
              </a:r>
              <a:endParaRPr sz="1400" dirty="0">
                <a:latin typeface="Syne" pitchFamily="2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63" name="Google Shape;1406;p28">
              <a:extLst>
                <a:ext uri="{FF2B5EF4-FFF2-40B4-BE49-F238E27FC236}">
                  <a16:creationId xmlns:a16="http://schemas.microsoft.com/office/drawing/2014/main" id="{CD86707E-0FCE-2DBA-799B-812BE105E3AB}"/>
                </a:ext>
              </a:extLst>
            </p:cNvPr>
            <p:cNvSpPr/>
            <p:nvPr/>
          </p:nvSpPr>
          <p:spPr>
            <a:xfrm>
              <a:off x="8773475" y="2156208"/>
              <a:ext cx="37045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68" y="2787"/>
                    <a:pt x="2787" y="2168"/>
                    <a:pt x="2787" y="1394"/>
                  </a:cubicBezTo>
                  <a:cubicBezTo>
                    <a:pt x="2787" y="620"/>
                    <a:pt x="2168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464" name="Google Shape;1407;p28">
              <a:extLst>
                <a:ext uri="{FF2B5EF4-FFF2-40B4-BE49-F238E27FC236}">
                  <a16:creationId xmlns:a16="http://schemas.microsoft.com/office/drawing/2014/main" id="{FD43F6AC-B23E-7CCA-3EB8-4453C86132C4}"/>
                </a:ext>
              </a:extLst>
            </p:cNvPr>
            <p:cNvSpPr/>
            <p:nvPr/>
          </p:nvSpPr>
          <p:spPr>
            <a:xfrm>
              <a:off x="10310213" y="2156208"/>
              <a:ext cx="37045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56" y="2787"/>
                    <a:pt x="2787" y="2168"/>
                    <a:pt x="2787" y="1394"/>
                  </a:cubicBezTo>
                  <a:cubicBezTo>
                    <a:pt x="2787" y="620"/>
                    <a:pt x="2156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465" name="Google Shape;1408;p28">
              <a:extLst>
                <a:ext uri="{FF2B5EF4-FFF2-40B4-BE49-F238E27FC236}">
                  <a16:creationId xmlns:a16="http://schemas.microsoft.com/office/drawing/2014/main" id="{1F0DC7BD-B0AE-FF97-F616-BD9B6CE90A0D}"/>
                </a:ext>
              </a:extLst>
            </p:cNvPr>
            <p:cNvSpPr/>
            <p:nvPr/>
          </p:nvSpPr>
          <p:spPr>
            <a:xfrm>
              <a:off x="8773476" y="1936510"/>
              <a:ext cx="1573729" cy="182426"/>
            </a:xfrm>
            <a:custGeom>
              <a:avLst/>
              <a:gdLst/>
              <a:ahLst/>
              <a:cxnLst/>
              <a:rect l="l" t="t" r="r" b="b"/>
              <a:pathLst>
                <a:path w="118397" h="14039" extrusionOk="0">
                  <a:moveTo>
                    <a:pt x="17741" y="1"/>
                  </a:moveTo>
                  <a:cubicBezTo>
                    <a:pt x="9133" y="1"/>
                    <a:pt x="1906" y="6002"/>
                    <a:pt x="1" y="14038"/>
                  </a:cubicBezTo>
                  <a:lnTo>
                    <a:pt x="2680" y="14038"/>
                  </a:lnTo>
                  <a:cubicBezTo>
                    <a:pt x="4513" y="7454"/>
                    <a:pt x="10574" y="2596"/>
                    <a:pt x="17741" y="2596"/>
                  </a:cubicBezTo>
                  <a:lnTo>
                    <a:pt x="100656" y="2596"/>
                  </a:lnTo>
                  <a:cubicBezTo>
                    <a:pt x="107824" y="2596"/>
                    <a:pt x="113872" y="7454"/>
                    <a:pt x="115718" y="14038"/>
                  </a:cubicBezTo>
                  <a:lnTo>
                    <a:pt x="118397" y="14038"/>
                  </a:lnTo>
                  <a:cubicBezTo>
                    <a:pt x="116492" y="6002"/>
                    <a:pt x="109264" y="1"/>
                    <a:pt x="1006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Syne" pitchFamily="2" charset="0"/>
              </a:endParaRPr>
            </a:p>
          </p:txBody>
        </p:sp>
        <p:sp>
          <p:nvSpPr>
            <p:cNvPr id="466" name="Google Shape;1409;p28">
              <a:extLst>
                <a:ext uri="{FF2B5EF4-FFF2-40B4-BE49-F238E27FC236}">
                  <a16:creationId xmlns:a16="http://schemas.microsoft.com/office/drawing/2014/main" id="{2460CE14-77B6-7E6C-993A-23F18F84DD51}"/>
                </a:ext>
              </a:extLst>
            </p:cNvPr>
            <p:cNvSpPr/>
            <p:nvPr/>
          </p:nvSpPr>
          <p:spPr>
            <a:xfrm>
              <a:off x="8773475" y="2228003"/>
              <a:ext cx="1573729" cy="182413"/>
            </a:xfrm>
            <a:custGeom>
              <a:avLst/>
              <a:gdLst/>
              <a:ahLst/>
              <a:cxnLst/>
              <a:rect l="l" t="t" r="r" b="b"/>
              <a:pathLst>
                <a:path w="118397" h="14038" extrusionOk="0">
                  <a:moveTo>
                    <a:pt x="1" y="0"/>
                  </a:moveTo>
                  <a:cubicBezTo>
                    <a:pt x="1906" y="8037"/>
                    <a:pt x="9133" y="14038"/>
                    <a:pt x="17741" y="14038"/>
                  </a:cubicBezTo>
                  <a:lnTo>
                    <a:pt x="100656" y="14038"/>
                  </a:lnTo>
                  <a:cubicBezTo>
                    <a:pt x="109264" y="14038"/>
                    <a:pt x="116492" y="8037"/>
                    <a:pt x="118397" y="0"/>
                  </a:cubicBezTo>
                  <a:lnTo>
                    <a:pt x="115718" y="0"/>
                  </a:lnTo>
                  <a:cubicBezTo>
                    <a:pt x="113872" y="6596"/>
                    <a:pt x="107824" y="11442"/>
                    <a:pt x="100656" y="11442"/>
                  </a:cubicBezTo>
                  <a:lnTo>
                    <a:pt x="17741" y="11442"/>
                  </a:lnTo>
                  <a:cubicBezTo>
                    <a:pt x="10574" y="11442"/>
                    <a:pt x="4513" y="6596"/>
                    <a:pt x="26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</p:grpSp>
      <p:sp>
        <p:nvSpPr>
          <p:cNvPr id="467" name="Freeform 6">
            <a:extLst>
              <a:ext uri="{FF2B5EF4-FFF2-40B4-BE49-F238E27FC236}">
                <a16:creationId xmlns:a16="http://schemas.microsoft.com/office/drawing/2014/main" id="{7268D055-5957-C82E-3254-11E816AE18D5}"/>
              </a:ext>
            </a:extLst>
          </p:cNvPr>
          <p:cNvSpPr/>
          <p:nvPr/>
        </p:nvSpPr>
        <p:spPr>
          <a:xfrm rot="16200000">
            <a:off x="5335246" y="646856"/>
            <a:ext cx="1265104" cy="4914172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761328E1-C469-1D1F-8EE5-EFD03ED59F13}"/>
              </a:ext>
            </a:extLst>
          </p:cNvPr>
          <p:cNvGrpSpPr/>
          <p:nvPr/>
        </p:nvGrpSpPr>
        <p:grpSpPr>
          <a:xfrm>
            <a:off x="5060655" y="1697527"/>
            <a:ext cx="1716462" cy="780042"/>
            <a:chOff x="5288735" y="1641871"/>
            <a:chExt cx="1260302" cy="473906"/>
          </a:xfrm>
        </p:grpSpPr>
        <p:sp>
          <p:nvSpPr>
            <p:cNvPr id="469" name="Google Shape;1405;p28">
              <a:extLst>
                <a:ext uri="{FF2B5EF4-FFF2-40B4-BE49-F238E27FC236}">
                  <a16:creationId xmlns:a16="http://schemas.microsoft.com/office/drawing/2014/main" id="{5ACB3339-1BD5-6456-530A-C828999DDF2D}"/>
                </a:ext>
              </a:extLst>
            </p:cNvPr>
            <p:cNvSpPr/>
            <p:nvPr/>
          </p:nvSpPr>
          <p:spPr>
            <a:xfrm>
              <a:off x="5343364" y="1715823"/>
              <a:ext cx="1151005" cy="327701"/>
            </a:xfrm>
            <a:custGeom>
              <a:avLst/>
              <a:gdLst/>
              <a:ahLst/>
              <a:cxnLst/>
              <a:rect l="l" t="t" r="r" b="b"/>
              <a:pathLst>
                <a:path w="108133" h="25219" extrusionOk="0">
                  <a:moveTo>
                    <a:pt x="12609" y="1"/>
                  </a:moveTo>
                  <a:cubicBezTo>
                    <a:pt x="5644" y="1"/>
                    <a:pt x="0" y="5645"/>
                    <a:pt x="0" y="12610"/>
                  </a:cubicBezTo>
                  <a:cubicBezTo>
                    <a:pt x="0" y="19575"/>
                    <a:pt x="5644" y="25218"/>
                    <a:pt x="12609" y="25218"/>
                  </a:cubicBezTo>
                  <a:lnTo>
                    <a:pt x="95524" y="25218"/>
                  </a:lnTo>
                  <a:cubicBezTo>
                    <a:pt x="102489" y="25218"/>
                    <a:pt x="108133" y="19575"/>
                    <a:pt x="108133" y="12610"/>
                  </a:cubicBezTo>
                  <a:cubicBezTo>
                    <a:pt x="108133" y="5645"/>
                    <a:pt x="102489" y="1"/>
                    <a:pt x="95524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400" dirty="0">
                  <a:latin typeface="Syne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Content</a:t>
              </a:r>
              <a:endParaRPr sz="1400" dirty="0">
                <a:latin typeface="Syne" pitchFamily="2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70" name="Google Shape;1406;p28">
              <a:extLst>
                <a:ext uri="{FF2B5EF4-FFF2-40B4-BE49-F238E27FC236}">
                  <a16:creationId xmlns:a16="http://schemas.microsoft.com/office/drawing/2014/main" id="{EC1D1235-64DA-A27E-92F6-F90451648E95}"/>
                </a:ext>
              </a:extLst>
            </p:cNvPr>
            <p:cNvSpPr/>
            <p:nvPr/>
          </p:nvSpPr>
          <p:spPr>
            <a:xfrm>
              <a:off x="5288735" y="1861569"/>
              <a:ext cx="29666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68" y="2787"/>
                    <a:pt x="2787" y="2168"/>
                    <a:pt x="2787" y="1394"/>
                  </a:cubicBezTo>
                  <a:cubicBezTo>
                    <a:pt x="2787" y="620"/>
                    <a:pt x="2168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471" name="Google Shape;1407;p28">
              <a:extLst>
                <a:ext uri="{FF2B5EF4-FFF2-40B4-BE49-F238E27FC236}">
                  <a16:creationId xmlns:a16="http://schemas.microsoft.com/office/drawing/2014/main" id="{F7AF3931-6156-1DB4-D971-FF54B180504C}"/>
                </a:ext>
              </a:extLst>
            </p:cNvPr>
            <p:cNvSpPr/>
            <p:nvPr/>
          </p:nvSpPr>
          <p:spPr>
            <a:xfrm>
              <a:off x="6519371" y="1861569"/>
              <a:ext cx="29666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56" y="2787"/>
                    <a:pt x="2787" y="2168"/>
                    <a:pt x="2787" y="1394"/>
                  </a:cubicBezTo>
                  <a:cubicBezTo>
                    <a:pt x="2787" y="620"/>
                    <a:pt x="2156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472" name="Google Shape;1408;p28">
              <a:extLst>
                <a:ext uri="{FF2B5EF4-FFF2-40B4-BE49-F238E27FC236}">
                  <a16:creationId xmlns:a16="http://schemas.microsoft.com/office/drawing/2014/main" id="{4ADE3C63-0593-ABD5-0246-B660C818884E}"/>
                </a:ext>
              </a:extLst>
            </p:cNvPr>
            <p:cNvSpPr/>
            <p:nvPr/>
          </p:nvSpPr>
          <p:spPr>
            <a:xfrm>
              <a:off x="5288736" y="1641871"/>
              <a:ext cx="1260259" cy="182426"/>
            </a:xfrm>
            <a:custGeom>
              <a:avLst/>
              <a:gdLst/>
              <a:ahLst/>
              <a:cxnLst/>
              <a:rect l="l" t="t" r="r" b="b"/>
              <a:pathLst>
                <a:path w="118397" h="14039" extrusionOk="0">
                  <a:moveTo>
                    <a:pt x="17741" y="1"/>
                  </a:moveTo>
                  <a:cubicBezTo>
                    <a:pt x="9133" y="1"/>
                    <a:pt x="1906" y="6002"/>
                    <a:pt x="1" y="14038"/>
                  </a:cubicBezTo>
                  <a:lnTo>
                    <a:pt x="2680" y="14038"/>
                  </a:lnTo>
                  <a:cubicBezTo>
                    <a:pt x="4513" y="7454"/>
                    <a:pt x="10574" y="2596"/>
                    <a:pt x="17741" y="2596"/>
                  </a:cubicBezTo>
                  <a:lnTo>
                    <a:pt x="100656" y="2596"/>
                  </a:lnTo>
                  <a:cubicBezTo>
                    <a:pt x="107824" y="2596"/>
                    <a:pt x="113872" y="7454"/>
                    <a:pt x="115718" y="14038"/>
                  </a:cubicBezTo>
                  <a:lnTo>
                    <a:pt x="118397" y="14038"/>
                  </a:lnTo>
                  <a:cubicBezTo>
                    <a:pt x="116492" y="6002"/>
                    <a:pt x="109264" y="1"/>
                    <a:pt x="1006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Syne" pitchFamily="2" charset="0"/>
              </a:endParaRPr>
            </a:p>
          </p:txBody>
        </p:sp>
        <p:sp>
          <p:nvSpPr>
            <p:cNvPr id="473" name="Google Shape;1409;p28">
              <a:extLst>
                <a:ext uri="{FF2B5EF4-FFF2-40B4-BE49-F238E27FC236}">
                  <a16:creationId xmlns:a16="http://schemas.microsoft.com/office/drawing/2014/main" id="{054F1EA8-4A39-A4CE-420B-7A3D088851DF}"/>
                </a:ext>
              </a:extLst>
            </p:cNvPr>
            <p:cNvSpPr/>
            <p:nvPr/>
          </p:nvSpPr>
          <p:spPr>
            <a:xfrm>
              <a:off x="5288735" y="1933364"/>
              <a:ext cx="1260258" cy="182413"/>
            </a:xfrm>
            <a:custGeom>
              <a:avLst/>
              <a:gdLst/>
              <a:ahLst/>
              <a:cxnLst/>
              <a:rect l="l" t="t" r="r" b="b"/>
              <a:pathLst>
                <a:path w="118397" h="14038" extrusionOk="0">
                  <a:moveTo>
                    <a:pt x="1" y="0"/>
                  </a:moveTo>
                  <a:cubicBezTo>
                    <a:pt x="1906" y="8037"/>
                    <a:pt x="9133" y="14038"/>
                    <a:pt x="17741" y="14038"/>
                  </a:cubicBezTo>
                  <a:lnTo>
                    <a:pt x="100656" y="14038"/>
                  </a:lnTo>
                  <a:cubicBezTo>
                    <a:pt x="109264" y="14038"/>
                    <a:pt x="116492" y="8037"/>
                    <a:pt x="118397" y="0"/>
                  </a:cubicBezTo>
                  <a:lnTo>
                    <a:pt x="115718" y="0"/>
                  </a:lnTo>
                  <a:cubicBezTo>
                    <a:pt x="113872" y="6596"/>
                    <a:pt x="107824" y="11442"/>
                    <a:pt x="100656" y="11442"/>
                  </a:cubicBezTo>
                  <a:lnTo>
                    <a:pt x="17741" y="11442"/>
                  </a:lnTo>
                  <a:cubicBezTo>
                    <a:pt x="10574" y="11442"/>
                    <a:pt x="4513" y="6596"/>
                    <a:pt x="26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</p:grpSp>
      <p:sp>
        <p:nvSpPr>
          <p:cNvPr id="474" name="Freeform 6">
            <a:extLst>
              <a:ext uri="{FF2B5EF4-FFF2-40B4-BE49-F238E27FC236}">
                <a16:creationId xmlns:a16="http://schemas.microsoft.com/office/drawing/2014/main" id="{F4925D87-B318-D4A6-4931-9A2DEA76881E}"/>
              </a:ext>
            </a:extLst>
          </p:cNvPr>
          <p:cNvSpPr/>
          <p:nvPr/>
        </p:nvSpPr>
        <p:spPr>
          <a:xfrm rot="16200000" flipH="1">
            <a:off x="5501297" y="730882"/>
            <a:ext cx="1125390" cy="7675146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1A60DF84-0240-B05A-8D63-D9238C9AFE29}"/>
              </a:ext>
            </a:extLst>
          </p:cNvPr>
          <p:cNvGrpSpPr/>
          <p:nvPr/>
        </p:nvGrpSpPr>
        <p:grpSpPr>
          <a:xfrm>
            <a:off x="4792858" y="5216435"/>
            <a:ext cx="2719608" cy="780042"/>
            <a:chOff x="5154234" y="4614131"/>
            <a:chExt cx="1996855" cy="473906"/>
          </a:xfrm>
        </p:grpSpPr>
        <p:sp>
          <p:nvSpPr>
            <p:cNvPr id="476" name="Google Shape;1405;p28">
              <a:extLst>
                <a:ext uri="{FF2B5EF4-FFF2-40B4-BE49-F238E27FC236}">
                  <a16:creationId xmlns:a16="http://schemas.microsoft.com/office/drawing/2014/main" id="{E86B2F6B-2E14-5626-67CA-EB39C890373A}"/>
                </a:ext>
              </a:extLst>
            </p:cNvPr>
            <p:cNvSpPr/>
            <p:nvPr/>
          </p:nvSpPr>
          <p:spPr>
            <a:xfrm>
              <a:off x="5240790" y="4688083"/>
              <a:ext cx="1823682" cy="327701"/>
            </a:xfrm>
            <a:custGeom>
              <a:avLst/>
              <a:gdLst/>
              <a:ahLst/>
              <a:cxnLst/>
              <a:rect l="l" t="t" r="r" b="b"/>
              <a:pathLst>
                <a:path w="108133" h="25219" extrusionOk="0">
                  <a:moveTo>
                    <a:pt x="12609" y="1"/>
                  </a:moveTo>
                  <a:cubicBezTo>
                    <a:pt x="5644" y="1"/>
                    <a:pt x="0" y="5645"/>
                    <a:pt x="0" y="12610"/>
                  </a:cubicBezTo>
                  <a:cubicBezTo>
                    <a:pt x="0" y="19575"/>
                    <a:pt x="5644" y="25218"/>
                    <a:pt x="12609" y="25218"/>
                  </a:cubicBezTo>
                  <a:lnTo>
                    <a:pt x="95524" y="25218"/>
                  </a:lnTo>
                  <a:cubicBezTo>
                    <a:pt x="102489" y="25218"/>
                    <a:pt x="108133" y="19575"/>
                    <a:pt x="108133" y="12610"/>
                  </a:cubicBezTo>
                  <a:cubicBezTo>
                    <a:pt x="108133" y="5645"/>
                    <a:pt x="102489" y="1"/>
                    <a:pt x="95524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400" dirty="0">
                  <a:latin typeface="Syne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HTML Elements</a:t>
              </a:r>
              <a:endParaRPr sz="1400" dirty="0">
                <a:latin typeface="Syne" pitchFamily="2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77" name="Google Shape;1406;p28">
              <a:extLst>
                <a:ext uri="{FF2B5EF4-FFF2-40B4-BE49-F238E27FC236}">
                  <a16:creationId xmlns:a16="http://schemas.microsoft.com/office/drawing/2014/main" id="{5AD4293C-E55E-1293-24FE-CAFCA8FF0D9A}"/>
                </a:ext>
              </a:extLst>
            </p:cNvPr>
            <p:cNvSpPr/>
            <p:nvPr/>
          </p:nvSpPr>
          <p:spPr>
            <a:xfrm>
              <a:off x="5154234" y="4833829"/>
              <a:ext cx="47003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68" y="2787"/>
                    <a:pt x="2787" y="2168"/>
                    <a:pt x="2787" y="1394"/>
                  </a:cubicBezTo>
                  <a:cubicBezTo>
                    <a:pt x="2787" y="620"/>
                    <a:pt x="2168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478" name="Google Shape;1407;p28">
              <a:extLst>
                <a:ext uri="{FF2B5EF4-FFF2-40B4-BE49-F238E27FC236}">
                  <a16:creationId xmlns:a16="http://schemas.microsoft.com/office/drawing/2014/main" id="{9BED843A-E5E4-F696-61B0-362892A7A05D}"/>
                </a:ext>
              </a:extLst>
            </p:cNvPr>
            <p:cNvSpPr/>
            <p:nvPr/>
          </p:nvSpPr>
          <p:spPr>
            <a:xfrm>
              <a:off x="7104086" y="4833829"/>
              <a:ext cx="47003" cy="36215"/>
            </a:xfrm>
            <a:custGeom>
              <a:avLst/>
              <a:gdLst/>
              <a:ahLst/>
              <a:cxnLst/>
              <a:rect l="l" t="t" r="r" b="b"/>
              <a:pathLst>
                <a:path w="2787" h="2787" extrusionOk="0">
                  <a:moveTo>
                    <a:pt x="1394" y="1"/>
                  </a:moveTo>
                  <a:cubicBezTo>
                    <a:pt x="620" y="1"/>
                    <a:pt x="1" y="620"/>
                    <a:pt x="1" y="1394"/>
                  </a:cubicBezTo>
                  <a:cubicBezTo>
                    <a:pt x="1" y="2168"/>
                    <a:pt x="620" y="2787"/>
                    <a:pt x="1394" y="2787"/>
                  </a:cubicBezTo>
                  <a:cubicBezTo>
                    <a:pt x="2156" y="2787"/>
                    <a:pt x="2787" y="2168"/>
                    <a:pt x="2787" y="1394"/>
                  </a:cubicBezTo>
                  <a:cubicBezTo>
                    <a:pt x="2787" y="620"/>
                    <a:pt x="2156" y="1"/>
                    <a:pt x="13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  <p:sp>
          <p:nvSpPr>
            <p:cNvPr id="479" name="Google Shape;1408;p28">
              <a:extLst>
                <a:ext uri="{FF2B5EF4-FFF2-40B4-BE49-F238E27FC236}">
                  <a16:creationId xmlns:a16="http://schemas.microsoft.com/office/drawing/2014/main" id="{16C75189-FD0A-23F9-179A-E0E757A3F3FC}"/>
                </a:ext>
              </a:extLst>
            </p:cNvPr>
            <p:cNvSpPr/>
            <p:nvPr/>
          </p:nvSpPr>
          <p:spPr>
            <a:xfrm>
              <a:off x="5154236" y="4614131"/>
              <a:ext cx="1996787" cy="182426"/>
            </a:xfrm>
            <a:custGeom>
              <a:avLst/>
              <a:gdLst/>
              <a:ahLst/>
              <a:cxnLst/>
              <a:rect l="l" t="t" r="r" b="b"/>
              <a:pathLst>
                <a:path w="118397" h="14039" extrusionOk="0">
                  <a:moveTo>
                    <a:pt x="17741" y="1"/>
                  </a:moveTo>
                  <a:cubicBezTo>
                    <a:pt x="9133" y="1"/>
                    <a:pt x="1906" y="6002"/>
                    <a:pt x="1" y="14038"/>
                  </a:cubicBezTo>
                  <a:lnTo>
                    <a:pt x="2680" y="14038"/>
                  </a:lnTo>
                  <a:cubicBezTo>
                    <a:pt x="4513" y="7454"/>
                    <a:pt x="10574" y="2596"/>
                    <a:pt x="17741" y="2596"/>
                  </a:cubicBezTo>
                  <a:lnTo>
                    <a:pt x="100656" y="2596"/>
                  </a:lnTo>
                  <a:cubicBezTo>
                    <a:pt x="107824" y="2596"/>
                    <a:pt x="113872" y="7454"/>
                    <a:pt x="115718" y="14038"/>
                  </a:cubicBezTo>
                  <a:lnTo>
                    <a:pt x="118397" y="14038"/>
                  </a:lnTo>
                  <a:cubicBezTo>
                    <a:pt x="116492" y="6002"/>
                    <a:pt x="109264" y="1"/>
                    <a:pt x="1006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Syne" pitchFamily="2" charset="0"/>
              </a:endParaRPr>
            </a:p>
          </p:txBody>
        </p:sp>
        <p:sp>
          <p:nvSpPr>
            <p:cNvPr id="480" name="Google Shape;1409;p28">
              <a:extLst>
                <a:ext uri="{FF2B5EF4-FFF2-40B4-BE49-F238E27FC236}">
                  <a16:creationId xmlns:a16="http://schemas.microsoft.com/office/drawing/2014/main" id="{A97AD1A5-4012-4BB4-5140-7194A9BF5C10}"/>
                </a:ext>
              </a:extLst>
            </p:cNvPr>
            <p:cNvSpPr/>
            <p:nvPr/>
          </p:nvSpPr>
          <p:spPr>
            <a:xfrm>
              <a:off x="5154234" y="4905624"/>
              <a:ext cx="1996786" cy="182413"/>
            </a:xfrm>
            <a:custGeom>
              <a:avLst/>
              <a:gdLst/>
              <a:ahLst/>
              <a:cxnLst/>
              <a:rect l="l" t="t" r="r" b="b"/>
              <a:pathLst>
                <a:path w="118397" h="14038" extrusionOk="0">
                  <a:moveTo>
                    <a:pt x="1" y="0"/>
                  </a:moveTo>
                  <a:cubicBezTo>
                    <a:pt x="1906" y="8037"/>
                    <a:pt x="9133" y="14038"/>
                    <a:pt x="17741" y="14038"/>
                  </a:cubicBezTo>
                  <a:lnTo>
                    <a:pt x="100656" y="14038"/>
                  </a:lnTo>
                  <a:cubicBezTo>
                    <a:pt x="109264" y="14038"/>
                    <a:pt x="116492" y="8037"/>
                    <a:pt x="118397" y="0"/>
                  </a:cubicBezTo>
                  <a:lnTo>
                    <a:pt x="115718" y="0"/>
                  </a:lnTo>
                  <a:cubicBezTo>
                    <a:pt x="113872" y="6596"/>
                    <a:pt x="107824" y="11442"/>
                    <a:pt x="100656" y="11442"/>
                  </a:cubicBezTo>
                  <a:lnTo>
                    <a:pt x="17741" y="11442"/>
                  </a:lnTo>
                  <a:cubicBezTo>
                    <a:pt x="10574" y="11442"/>
                    <a:pt x="4513" y="6596"/>
                    <a:pt x="26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Syne" pitchFamily="2" charset="0"/>
              </a:endParaRPr>
            </a:p>
          </p:txBody>
        </p:sp>
      </p:grpSp>
      <p:sp>
        <p:nvSpPr>
          <p:cNvPr id="481" name="Google Shape;457;p31">
            <a:extLst>
              <a:ext uri="{FF2B5EF4-FFF2-40B4-BE49-F238E27FC236}">
                <a16:creationId xmlns:a16="http://schemas.microsoft.com/office/drawing/2014/main" id="{F7EA4D20-ED3D-225C-7A98-CD05465299C3}"/>
              </a:ext>
            </a:extLst>
          </p:cNvPr>
          <p:cNvSpPr txBox="1">
            <a:spLocks/>
          </p:cNvSpPr>
          <p:nvPr/>
        </p:nvSpPr>
        <p:spPr>
          <a:xfrm>
            <a:off x="1868135" y="3406230"/>
            <a:ext cx="8206775" cy="125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 algn="ctr">
              <a:spcAft>
                <a:spcPts val="2100"/>
              </a:spcAft>
              <a:buFont typeface="Roboto Mono"/>
              <a:buNone/>
            </a:pPr>
            <a:r>
              <a:rPr lang="en-US" sz="4400" b="1" dirty="0">
                <a:solidFill>
                  <a:schemeClr val="accent5"/>
                </a:solidFill>
                <a:latin typeface="Mont Heavy DEMO" panose="00000A00000000000000" pitchFamily="50" charset="0"/>
              </a:rPr>
              <a:t> Best HTML Course </a:t>
            </a:r>
          </a:p>
        </p:txBody>
      </p:sp>
      <p:sp>
        <p:nvSpPr>
          <p:cNvPr id="482" name="Google Shape;457;p31">
            <a:extLst>
              <a:ext uri="{FF2B5EF4-FFF2-40B4-BE49-F238E27FC236}">
                <a16:creationId xmlns:a16="http://schemas.microsoft.com/office/drawing/2014/main" id="{56F8895D-42EC-E401-2DCA-49C71E04A030}"/>
              </a:ext>
            </a:extLst>
          </p:cNvPr>
          <p:cNvSpPr txBox="1">
            <a:spLocks/>
          </p:cNvSpPr>
          <p:nvPr/>
        </p:nvSpPr>
        <p:spPr>
          <a:xfrm>
            <a:off x="8847732" y="3275794"/>
            <a:ext cx="2896822" cy="125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>
              <a:spcAft>
                <a:spcPts val="2100"/>
              </a:spcAft>
              <a:buFont typeface="Roboto Mono"/>
              <a:buNone/>
            </a:pPr>
            <a:r>
              <a:rPr lang="en-US" sz="4400" b="1" dirty="0">
                <a:solidFill>
                  <a:srgbClr val="002060"/>
                </a:solidFill>
                <a:latin typeface="Syne" pitchFamily="2" charset="0"/>
              </a:rPr>
              <a:t>&lt;/</a:t>
            </a:r>
            <a:r>
              <a:rPr lang="en-US" sz="4400" b="1" dirty="0">
                <a:solidFill>
                  <a:srgbClr val="002060"/>
                </a:solidFill>
                <a:latin typeface="Mont Heavy DEMO" panose="00000A00000000000000" pitchFamily="50" charset="0"/>
              </a:rPr>
              <a:t>p</a:t>
            </a:r>
            <a:r>
              <a:rPr lang="en-US" sz="4400" b="1" dirty="0">
                <a:solidFill>
                  <a:srgbClr val="002060"/>
                </a:solidFill>
                <a:latin typeface="Syne" pitchFamily="2" charset="0"/>
              </a:rPr>
              <a:t>&gt;</a:t>
            </a:r>
          </a:p>
        </p:txBody>
      </p:sp>
      <p:sp>
        <p:nvSpPr>
          <p:cNvPr id="483" name="Google Shape;457;p31">
            <a:extLst>
              <a:ext uri="{FF2B5EF4-FFF2-40B4-BE49-F238E27FC236}">
                <a16:creationId xmlns:a16="http://schemas.microsoft.com/office/drawing/2014/main" id="{48479D6F-689D-EA59-12B5-43D91BAEFF48}"/>
              </a:ext>
            </a:extLst>
          </p:cNvPr>
          <p:cNvSpPr txBox="1">
            <a:spLocks/>
          </p:cNvSpPr>
          <p:nvPr/>
        </p:nvSpPr>
        <p:spPr>
          <a:xfrm>
            <a:off x="1605440" y="3325489"/>
            <a:ext cx="2896822" cy="125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>
              <a:spcAft>
                <a:spcPts val="2100"/>
              </a:spcAft>
              <a:buFont typeface="Roboto Mono"/>
              <a:buNone/>
            </a:pPr>
            <a:r>
              <a:rPr lang="en-US" sz="4400" b="1" dirty="0">
                <a:solidFill>
                  <a:srgbClr val="002060"/>
                </a:solidFill>
                <a:latin typeface="Syne" pitchFamily="2" charset="0"/>
              </a:rPr>
              <a:t>&lt;</a:t>
            </a:r>
            <a:r>
              <a:rPr lang="en-US" sz="4400" b="1" dirty="0">
                <a:solidFill>
                  <a:srgbClr val="002060"/>
                </a:solidFill>
                <a:latin typeface="Mont Heavy DEMO" panose="00000A00000000000000" pitchFamily="50" charset="0"/>
              </a:rPr>
              <a:t>p</a:t>
            </a:r>
            <a:r>
              <a:rPr lang="en-US" sz="4400" b="1" dirty="0">
                <a:solidFill>
                  <a:srgbClr val="002060"/>
                </a:solidFill>
                <a:latin typeface="Syne" pitchFamily="2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40624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" grpId="0"/>
      <p:bldP spid="2" grpId="0"/>
      <p:bldP spid="467" grpId="0" animBg="1"/>
      <p:bldP spid="474" grpId="0" animBg="1"/>
      <p:bldP spid="481" grpId="0"/>
      <p:bldP spid="482" grpId="0"/>
      <p:bldP spid="48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"/>
          <p:cNvSpPr txBox="1">
            <a:spLocks noGrp="1"/>
          </p:cNvSpPr>
          <p:nvPr>
            <p:ph type="subTitle" idx="2"/>
          </p:nvPr>
        </p:nvSpPr>
        <p:spPr>
          <a:xfrm>
            <a:off x="1376885" y="2726286"/>
            <a:ext cx="9755100" cy="27324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14300" indent="0" algn="l">
              <a:lnSpc>
                <a:spcPct val="150000"/>
              </a:lnSpc>
            </a:pPr>
            <a:r>
              <a:rPr lang="en-US" sz="2400" i="0" dirty="0">
                <a:solidFill>
                  <a:srgbClr val="D1D5DB"/>
                </a:solidFill>
                <a:effectLst/>
                <a:ea typeface="Roboto Mono" panose="00000009000000000000" pitchFamily="49" charset="0"/>
              </a:rPr>
              <a:t>No matter how much </a:t>
            </a:r>
            <a:r>
              <a:rPr lang="en-US" sz="2400" i="0" dirty="0">
                <a:solidFill>
                  <a:srgbClr val="F8DA30"/>
                </a:solidFill>
                <a:effectLst/>
                <a:ea typeface="Roboto Mono" panose="00000009000000000000" pitchFamily="49" charset="0"/>
              </a:rPr>
              <a:t>whitespace</a:t>
            </a:r>
            <a:r>
              <a:rPr lang="en-US" sz="2400" i="0" dirty="0">
                <a:solidFill>
                  <a:srgbClr val="D1D5DB"/>
                </a:solidFill>
                <a:effectLst/>
                <a:ea typeface="Roboto Mono" panose="00000009000000000000" pitchFamily="49" charset="0"/>
              </a:rPr>
              <a:t> you use inside HTML element content (which can include one or more space characters, but also line breaks), the HTML parser reduces each sequence of whitespace to a single space when rendering the code.</a:t>
            </a:r>
          </a:p>
        </p:txBody>
      </p:sp>
      <p:pic>
        <p:nvPicPr>
          <p:cNvPr id="5" name="Picture 4" descr="A person and person with laptops&#10;&#10;Description automatically generated">
            <a:extLst>
              <a:ext uri="{FF2B5EF4-FFF2-40B4-BE49-F238E27FC236}">
                <a16:creationId xmlns:a16="http://schemas.microsoft.com/office/drawing/2014/main" id="{09C9F652-E22C-1AE7-DEAE-4FDE3F121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165" y="-588894"/>
            <a:ext cx="7142922" cy="4017894"/>
          </a:xfrm>
          <a:prstGeom prst="rect">
            <a:avLst/>
          </a:prstGeom>
        </p:spPr>
      </p:pic>
      <p:sp>
        <p:nvSpPr>
          <p:cNvPr id="4" name="Google Shape;440;p29">
            <a:extLst>
              <a:ext uri="{FF2B5EF4-FFF2-40B4-BE49-F238E27FC236}">
                <a16:creationId xmlns:a16="http://schemas.microsoft.com/office/drawing/2014/main" id="{38AD5AA8-73F0-4776-2923-E690F9D6D1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  <a:latin typeface="Mont Heavy DEMO" panose="00000A00000000000000" pitchFamily="50" charset="0"/>
              </a:rPr>
              <a:t>DID YOU </a:t>
            </a:r>
            <a:r>
              <a:rPr lang="en" sz="6000" dirty="0">
                <a:solidFill>
                  <a:schemeClr val="accent2"/>
                </a:solidFill>
                <a:latin typeface="Mont Heavy DEMO" panose="00000A00000000000000" pitchFamily="50" charset="0"/>
              </a:rPr>
              <a:t>KNOW?</a:t>
            </a:r>
            <a:endParaRPr sz="6000" dirty="0">
              <a:solidFill>
                <a:schemeClr val="accent2"/>
              </a:solidFill>
              <a:latin typeface="Mont Heavy DEMO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03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32470C-8D23-229F-49CE-C0090781B241}"/>
              </a:ext>
            </a:extLst>
          </p:cNvPr>
          <p:cNvSpPr txBox="1"/>
          <p:nvPr/>
        </p:nvSpPr>
        <p:spPr>
          <a:xfrm>
            <a:off x="805436" y="1877305"/>
            <a:ext cx="11088691" cy="3468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&lt;!––</a:t>
            </a:r>
            <a:r>
              <a:rPr lang="en-US" sz="400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 </a:t>
            </a:r>
            <a:r>
              <a:rPr lang="en-US" sz="4000" dirty="0">
                <a:solidFill>
                  <a:srgbClr val="FF0000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Comment Here  </a:t>
            </a:r>
            <a:r>
              <a:rPr lang="en-US" sz="4000" b="1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--&gt;</a:t>
            </a:r>
          </a:p>
          <a:p>
            <a:pPr>
              <a:lnSpc>
                <a:spcPct val="150000"/>
              </a:lnSpc>
            </a:pPr>
            <a:endParaRPr lang="en-US" sz="1800" dirty="0">
              <a:solidFill>
                <a:srgbClr val="1F3240"/>
              </a:solidFill>
              <a:latin typeface="Syne" pitchFamily="2" charset="0"/>
              <a:ea typeface="Roboto Mono" panose="00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800" spc="7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To comment out in HTML, insert information between </a:t>
            </a:r>
            <a:r>
              <a:rPr lang="en-US" sz="18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&lt;!-- and --&gt; </a:t>
            </a:r>
            <a:r>
              <a:rPr lang="en-US" sz="1800" spc="7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tags (browsers won't show these notes).</a:t>
            </a:r>
          </a:p>
          <a:p>
            <a:pPr>
              <a:lnSpc>
                <a:spcPct val="150000"/>
              </a:lnSpc>
            </a:pPr>
            <a:endParaRPr lang="en-US" sz="1800" spc="70" dirty="0">
              <a:solidFill>
                <a:srgbClr val="1F3240"/>
              </a:solidFill>
              <a:latin typeface="Syne" pitchFamily="2" charset="0"/>
              <a:ea typeface="Roboto Mono" panose="00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800" spc="7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Commenting in HTML allows developers to </a:t>
            </a:r>
            <a:r>
              <a:rPr lang="en-US" sz="18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leave notes </a:t>
            </a:r>
            <a:r>
              <a:rPr lang="en-US" sz="1800" spc="7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about their code,</a:t>
            </a:r>
          </a:p>
          <a:p>
            <a:pPr>
              <a:lnSpc>
                <a:spcPct val="150000"/>
              </a:lnSpc>
            </a:pPr>
            <a:r>
              <a:rPr lang="en-US" sz="1800" spc="7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its functionality or to indicate necessary changes for the future.</a:t>
            </a:r>
          </a:p>
        </p:txBody>
      </p:sp>
      <p:pic>
        <p:nvPicPr>
          <p:cNvPr id="7" name="Picture 6" descr="A person sitting on the floor with a computer&#10;&#10;Description automatically generated">
            <a:extLst>
              <a:ext uri="{FF2B5EF4-FFF2-40B4-BE49-F238E27FC236}">
                <a16:creationId xmlns:a16="http://schemas.microsoft.com/office/drawing/2014/main" id="{13217C75-7A69-D9E6-6F85-7C9500723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721" y="-301089"/>
            <a:ext cx="7049798" cy="39655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D58887-3495-59E0-C4AE-AAFCBC25C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solidFill>
                  <a:schemeClr val="tx1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Comment Tag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74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4"/>
          <p:cNvSpPr txBox="1">
            <a:spLocks noGrp="1"/>
          </p:cNvSpPr>
          <p:nvPr>
            <p:ph type="title" idx="4294967295"/>
          </p:nvPr>
        </p:nvSpPr>
        <p:spPr>
          <a:xfrm>
            <a:off x="95032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06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95" name="Google Shape;395;p24"/>
          <p:cNvSpPr txBox="1">
            <a:spLocks noGrp="1"/>
          </p:cNvSpPr>
          <p:nvPr>
            <p:ph type="body" idx="1"/>
          </p:nvPr>
        </p:nvSpPr>
        <p:spPr>
          <a:xfrm>
            <a:off x="575949" y="2437574"/>
            <a:ext cx="4044541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600" dirty="0"/>
              <a:t>Bold and Italic: 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600" dirty="0">
                <a:solidFill>
                  <a:srgbClr val="BA94E9"/>
                </a:solidFill>
              </a:rPr>
              <a:t>&lt;strong&gt;, &lt;</a:t>
            </a:r>
            <a:r>
              <a:rPr lang="en-US" sz="1600" dirty="0" err="1">
                <a:solidFill>
                  <a:srgbClr val="BA94E9"/>
                </a:solidFill>
              </a:rPr>
              <a:t>em</a:t>
            </a:r>
            <a:r>
              <a:rPr lang="en-US" sz="1600" dirty="0">
                <a:solidFill>
                  <a:srgbClr val="BA94E9"/>
                </a:solidFill>
              </a:rPr>
              <a:t>&gt;</a:t>
            </a:r>
          </a:p>
        </p:txBody>
      </p:sp>
      <p:sp>
        <p:nvSpPr>
          <p:cNvPr id="396" name="Google Shape;396;p24"/>
          <p:cNvSpPr txBox="1">
            <a:spLocks noGrp="1"/>
          </p:cNvSpPr>
          <p:nvPr>
            <p:ph type="body" idx="2"/>
          </p:nvPr>
        </p:nvSpPr>
        <p:spPr>
          <a:xfrm>
            <a:off x="4418613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dirty="0"/>
              <a:t>Underline and Strikethrough: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dirty="0">
                <a:solidFill>
                  <a:srgbClr val="B9D4B4"/>
                </a:solidFill>
              </a:rPr>
              <a:t>&lt;u&gt;, &lt;s&gt;</a:t>
            </a:r>
            <a:endParaRPr dirty="0">
              <a:solidFill>
                <a:srgbClr val="B9D4B4"/>
              </a:solidFill>
            </a:endParaRPr>
          </a:p>
        </p:txBody>
      </p:sp>
      <p:sp>
        <p:nvSpPr>
          <p:cNvPr id="397" name="Google Shape;397;p24"/>
          <p:cNvSpPr txBox="1">
            <a:spLocks noGrp="1"/>
          </p:cNvSpPr>
          <p:nvPr>
            <p:ph type="body" idx="3"/>
          </p:nvPr>
        </p:nvSpPr>
        <p:spPr>
          <a:xfrm>
            <a:off x="575950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dirty="0"/>
              <a:t>Preformatted Text: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dirty="0">
                <a:solidFill>
                  <a:srgbClr val="BA94E9"/>
                </a:solidFill>
              </a:rPr>
              <a:t>&lt;pre&gt;, &lt;</a:t>
            </a:r>
            <a:r>
              <a:rPr lang="en-US" dirty="0" err="1">
                <a:solidFill>
                  <a:srgbClr val="BA94E9"/>
                </a:solidFill>
              </a:rPr>
              <a:t>kbd</a:t>
            </a:r>
            <a:r>
              <a:rPr lang="en-US" dirty="0">
                <a:solidFill>
                  <a:srgbClr val="BA94E9"/>
                </a:solidFill>
              </a:rPr>
              <a:t>&gt;, &lt;</a:t>
            </a:r>
            <a:r>
              <a:rPr lang="en-US" dirty="0" err="1">
                <a:solidFill>
                  <a:srgbClr val="BA94E9"/>
                </a:solidFill>
              </a:rPr>
              <a:t>abbr</a:t>
            </a:r>
            <a:r>
              <a:rPr lang="en-US" dirty="0">
                <a:solidFill>
                  <a:srgbClr val="BA94E9"/>
                </a:solidFill>
              </a:rPr>
              <a:t>&gt;</a:t>
            </a:r>
            <a:endParaRPr dirty="0">
              <a:solidFill>
                <a:srgbClr val="BA94E9"/>
              </a:solidFill>
            </a:endParaRPr>
          </a:p>
        </p:txBody>
      </p:sp>
      <p:sp>
        <p:nvSpPr>
          <p:cNvPr id="398" name="Google Shape;398;p24"/>
          <p:cNvSpPr txBox="1">
            <a:spLocks noGrp="1"/>
          </p:cNvSpPr>
          <p:nvPr>
            <p:ph type="body" idx="4"/>
          </p:nvPr>
        </p:nvSpPr>
        <p:spPr>
          <a:xfrm>
            <a:off x="4418613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/>
              <a:t>Text Highlighting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>
                <a:solidFill>
                  <a:srgbClr val="B9D4B4"/>
                </a:solidFill>
              </a:rPr>
              <a:t>&lt;mark&gt;, &lt;small&gt;, &lt;del&gt;</a:t>
            </a:r>
            <a:endParaRPr dirty="0">
              <a:solidFill>
                <a:srgbClr val="B9D4B4"/>
              </a:solidFill>
            </a:endParaRPr>
          </a:p>
        </p:txBody>
      </p:sp>
      <p:sp>
        <p:nvSpPr>
          <p:cNvPr id="399" name="Google Shape;399;p24"/>
          <p:cNvSpPr txBox="1">
            <a:spLocks noGrp="1"/>
          </p:cNvSpPr>
          <p:nvPr>
            <p:ph type="title" idx="4294967295"/>
          </p:nvPr>
        </p:nvSpPr>
        <p:spPr>
          <a:xfrm>
            <a:off x="3101009" y="1818000"/>
            <a:ext cx="872965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01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400" name="Google Shape;400;p24"/>
          <p:cNvSpPr txBox="1">
            <a:spLocks noGrp="1"/>
          </p:cNvSpPr>
          <p:nvPr>
            <p:ph type="body" idx="9"/>
          </p:nvPr>
        </p:nvSpPr>
        <p:spPr>
          <a:xfrm>
            <a:off x="8299375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dirty="0"/>
              <a:t>Subscript and Superscript: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dirty="0">
                <a:solidFill>
                  <a:srgbClr val="BA94E9"/>
                </a:solidFill>
              </a:rPr>
              <a:t>&lt;sub&gt;, &lt;sup&gt;</a:t>
            </a:r>
          </a:p>
        </p:txBody>
      </p:sp>
      <p:sp>
        <p:nvSpPr>
          <p:cNvPr id="403" name="Google Shape;403;p24"/>
          <p:cNvSpPr txBox="1">
            <a:spLocks noGrp="1"/>
          </p:cNvSpPr>
          <p:nvPr>
            <p:ph type="title" idx="4294967295"/>
          </p:nvPr>
        </p:nvSpPr>
        <p:spPr>
          <a:xfrm>
            <a:off x="9503275" y="18180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03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04" name="Google Shape;404;p24"/>
          <p:cNvSpPr txBox="1">
            <a:spLocks noGrp="1"/>
          </p:cNvSpPr>
          <p:nvPr>
            <p:ph type="title" idx="4294967295"/>
          </p:nvPr>
        </p:nvSpPr>
        <p:spPr>
          <a:xfrm>
            <a:off x="18070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04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405" name="Google Shape;405;p24"/>
          <p:cNvSpPr txBox="1">
            <a:spLocks noGrp="1"/>
          </p:cNvSpPr>
          <p:nvPr>
            <p:ph type="title" idx="4294967295"/>
          </p:nvPr>
        </p:nvSpPr>
        <p:spPr>
          <a:xfrm>
            <a:off x="56932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01" name="Google Shape;401;p24"/>
          <p:cNvSpPr txBox="1">
            <a:spLocks noGrp="1"/>
          </p:cNvSpPr>
          <p:nvPr>
            <p:ph type="body" idx="13"/>
          </p:nvPr>
        </p:nvSpPr>
        <p:spPr>
          <a:xfrm>
            <a:off x="8299375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dirty="0"/>
              <a:t>Inline Styles: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dirty="0">
                <a:solidFill>
                  <a:srgbClr val="BA94E9"/>
                </a:solidFill>
              </a:rPr>
              <a:t>&lt;p style="</a:t>
            </a:r>
            <a:r>
              <a:rPr lang="en-US" dirty="0" err="1">
                <a:solidFill>
                  <a:srgbClr val="BA94E9"/>
                </a:solidFill>
              </a:rPr>
              <a:t>color:red</a:t>
            </a:r>
            <a:r>
              <a:rPr lang="en-US" dirty="0">
                <a:solidFill>
                  <a:srgbClr val="BA94E9"/>
                </a:solidFill>
              </a:rPr>
              <a:t>" &gt; &lt;/p&gt;</a:t>
            </a:r>
          </a:p>
        </p:txBody>
      </p:sp>
      <p:sp>
        <p:nvSpPr>
          <p:cNvPr id="402" name="Google Shape;402;p24"/>
          <p:cNvSpPr txBox="1">
            <a:spLocks noGrp="1"/>
          </p:cNvSpPr>
          <p:nvPr>
            <p:ph type="title" idx="4294967295"/>
          </p:nvPr>
        </p:nvSpPr>
        <p:spPr>
          <a:xfrm>
            <a:off x="5693275" y="18180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3" name="Picture 2" descr="A group of people sitting at a desk writing on paper&#10;&#10;Description automatically generated">
            <a:extLst>
              <a:ext uri="{FF2B5EF4-FFF2-40B4-BE49-F238E27FC236}">
                <a16:creationId xmlns:a16="http://schemas.microsoft.com/office/drawing/2014/main" id="{AE302E16-9505-CD14-A9B1-8603D2A61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9253" y="-813180"/>
            <a:ext cx="5282634" cy="2971482"/>
          </a:xfrm>
          <a:prstGeom prst="rect">
            <a:avLst/>
          </a:prstGeom>
        </p:spPr>
      </p:pic>
      <p:sp>
        <p:nvSpPr>
          <p:cNvPr id="2" name="Google Shape;411;p25">
            <a:extLst>
              <a:ext uri="{FF2B5EF4-FFF2-40B4-BE49-F238E27FC236}">
                <a16:creationId xmlns:a16="http://schemas.microsoft.com/office/drawing/2014/main" id="{9B7D0ED1-2028-49EC-C4CF-8D4C50E3834B}"/>
              </a:ext>
            </a:extLst>
          </p:cNvPr>
          <p:cNvSpPr txBox="1">
            <a:spLocks/>
          </p:cNvSpPr>
          <p:nvPr/>
        </p:nvSpPr>
        <p:spPr>
          <a:xfrm>
            <a:off x="2701624" y="184289"/>
            <a:ext cx="6788751" cy="94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6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US" sz="4500" dirty="0">
                <a:solidFill>
                  <a:srgbClr val="FFC00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sz="4500" dirty="0"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Text Formatting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>
          <a:extLst>
            <a:ext uri="{FF2B5EF4-FFF2-40B4-BE49-F238E27FC236}">
              <a16:creationId xmlns:a16="http://schemas.microsoft.com/office/drawing/2014/main" id="{2C6E9FC1-399D-FBA3-7A98-B4107C3FD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38A681-DBFF-704B-D96D-E4B4E9E98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TIPS</a:t>
            </a:r>
            <a:endParaRPr lang="en-IN" dirty="0"/>
          </a:p>
        </p:txBody>
      </p:sp>
      <p:pic>
        <p:nvPicPr>
          <p:cNvPr id="6" name="Picture 5" descr="A person and person looking at a board&#10;&#10;Description automatically generated">
            <a:extLst>
              <a:ext uri="{FF2B5EF4-FFF2-40B4-BE49-F238E27FC236}">
                <a16:creationId xmlns:a16="http://schemas.microsoft.com/office/drawing/2014/main" id="{D27136EF-6B5D-BC23-4395-8355AEB07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035" y="-362972"/>
            <a:ext cx="5465785" cy="307450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84AEA97-B8E6-EEE6-B8D4-7F657A447CE5}"/>
              </a:ext>
            </a:extLst>
          </p:cNvPr>
          <p:cNvSpPr/>
          <p:nvPr/>
        </p:nvSpPr>
        <p:spPr>
          <a:xfrm>
            <a:off x="1080054" y="2196568"/>
            <a:ext cx="10031894" cy="3975632"/>
          </a:xfrm>
          <a:prstGeom prst="roundRect">
            <a:avLst>
              <a:gd name="adj" fmla="val 530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24000" bIns="360000" rtlCol="0" anchor="ctr" anchorCtr="1">
            <a:normAutofit fontScale="70000" lnSpcReduction="20000"/>
          </a:bodyPr>
          <a:lstStyle/>
          <a:p>
            <a:pPr marL="114300" indent="0" algn="ctr">
              <a:buNone/>
            </a:pPr>
            <a:r>
              <a:rPr lang="en-US" sz="44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While using nested tag in one </a:t>
            </a:r>
          </a:p>
          <a:p>
            <a:pPr marL="114300" indent="0" algn="ctr">
              <a:buNone/>
            </a:pPr>
            <a:r>
              <a:rPr lang="en-US" sz="44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elements never mismatched the tags  </a:t>
            </a:r>
          </a:p>
          <a:p>
            <a:pPr marL="114300" indent="0">
              <a:buNone/>
            </a:pPr>
            <a:endParaRPr lang="en-US" sz="4400" spc="100" dirty="0">
              <a:solidFill>
                <a:srgbClr val="BA94E9"/>
              </a:solidFill>
              <a:latin typeface="Syne" pitchFamily="2" charset="0"/>
              <a:ea typeface="Roboto Mono" panose="00000009000000000000" pitchFamily="49" charset="0"/>
            </a:endParaRPr>
          </a:p>
          <a:p>
            <a:pPr marL="114300" indent="0">
              <a:buNone/>
            </a:pPr>
            <a:r>
              <a:rPr lang="en-US" sz="4400" spc="100" dirty="0">
                <a:solidFill>
                  <a:srgbClr val="EE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❌ </a:t>
            </a:r>
            <a:r>
              <a:rPr lang="en-US" sz="4400" spc="1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</a:t>
            </a:r>
            <a:r>
              <a:rPr lang="en-US" sz="4400" spc="100" dirty="0">
                <a:solidFill>
                  <a:srgbClr val="F0717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</a:t>
            </a:r>
            <a:r>
              <a:rPr lang="en-US" sz="4400" spc="1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  <a:r>
              <a:rPr lang="en-US" sz="4400" spc="100" dirty="0">
                <a:solidFill>
                  <a:srgbClr val="EE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 cat is </a:t>
            </a:r>
            <a:r>
              <a:rPr lang="en-US" sz="4400" spc="1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</a:t>
            </a:r>
            <a:r>
              <a:rPr lang="en-US" sz="4400" spc="100" dirty="0">
                <a:solidFill>
                  <a:srgbClr val="F0717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strong</a:t>
            </a:r>
            <a:r>
              <a:rPr lang="en-US" sz="4400" spc="1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  <a:r>
              <a:rPr lang="en-US" sz="4400" spc="100" dirty="0">
                <a:solidFill>
                  <a:srgbClr val="EE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very </a:t>
            </a:r>
          </a:p>
          <a:p>
            <a:pPr marL="114300" indent="0">
              <a:buNone/>
            </a:pPr>
            <a:r>
              <a:rPr lang="en-US" sz="4400" spc="100" dirty="0">
                <a:solidFill>
                  <a:srgbClr val="EE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	grumpy.</a:t>
            </a:r>
            <a:r>
              <a:rPr lang="en-US" sz="4400" spc="1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&lt;/</a:t>
            </a:r>
            <a:r>
              <a:rPr lang="en-US" sz="4400" spc="100" dirty="0">
                <a:solidFill>
                  <a:srgbClr val="F0717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</a:t>
            </a:r>
            <a:r>
              <a:rPr lang="en-US" sz="4400" spc="1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 &lt;/</a:t>
            </a:r>
            <a:r>
              <a:rPr lang="en-US" sz="4400" spc="100" dirty="0">
                <a:solidFill>
                  <a:srgbClr val="F0717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strong</a:t>
            </a:r>
            <a:r>
              <a:rPr lang="en-US" sz="4400" spc="1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 marL="114300" indent="0">
              <a:buNone/>
            </a:pPr>
            <a:endParaRPr lang="en-US" sz="4400" spc="100" dirty="0">
              <a:solidFill>
                <a:srgbClr val="EE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114300" indent="0">
              <a:buNone/>
            </a:pPr>
            <a:r>
              <a:rPr lang="en-US" sz="4400" spc="100" dirty="0">
                <a:solidFill>
                  <a:srgbClr val="EE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✅ </a:t>
            </a:r>
            <a:r>
              <a:rPr lang="en-US" sz="4400" spc="1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</a:t>
            </a:r>
            <a:r>
              <a:rPr lang="en-US" sz="4400" spc="100" dirty="0">
                <a:solidFill>
                  <a:srgbClr val="F0717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</a:t>
            </a:r>
            <a:r>
              <a:rPr lang="en-US" sz="4400" spc="1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  <a:r>
              <a:rPr lang="en-US" sz="4400" spc="100" dirty="0">
                <a:solidFill>
                  <a:srgbClr val="EE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 cat is </a:t>
            </a:r>
            <a:r>
              <a:rPr lang="en-US" sz="4400" spc="1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</a:t>
            </a:r>
            <a:r>
              <a:rPr lang="en-US" sz="4400" spc="100" dirty="0">
                <a:solidFill>
                  <a:srgbClr val="F0717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strong</a:t>
            </a:r>
            <a:r>
              <a:rPr lang="en-US" sz="4400" spc="1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  <a:r>
              <a:rPr lang="en-US" sz="4400" spc="100" dirty="0">
                <a:solidFill>
                  <a:srgbClr val="EE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very</a:t>
            </a:r>
            <a:r>
              <a:rPr lang="en-US" sz="4400" spc="1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&lt;/</a:t>
            </a:r>
            <a:r>
              <a:rPr lang="en-US" sz="4400" spc="100" dirty="0">
                <a:solidFill>
                  <a:srgbClr val="F0717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strong</a:t>
            </a:r>
            <a:r>
              <a:rPr lang="en-US" sz="4400" spc="1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  <a:r>
              <a:rPr lang="en-US" sz="4400" spc="100" dirty="0">
                <a:solidFill>
                  <a:srgbClr val="EE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</a:p>
          <a:p>
            <a:pPr marL="114300" indent="0">
              <a:buNone/>
            </a:pPr>
            <a:r>
              <a:rPr lang="en-US" sz="4400" spc="100" dirty="0">
                <a:solidFill>
                  <a:srgbClr val="EE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	grumpy.</a:t>
            </a:r>
            <a:r>
              <a:rPr lang="en-US" sz="4400" spc="1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&lt;/</a:t>
            </a:r>
            <a:r>
              <a:rPr lang="en-US" sz="4400" spc="100" dirty="0">
                <a:solidFill>
                  <a:srgbClr val="F0717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</a:t>
            </a:r>
            <a:r>
              <a:rPr lang="en-US" sz="4400" spc="1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  <a:endParaRPr lang="en-US" sz="4400" spc="100" dirty="0">
              <a:solidFill>
                <a:srgbClr val="EE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Google Shape;412;p25">
            <a:extLst>
              <a:ext uri="{FF2B5EF4-FFF2-40B4-BE49-F238E27FC236}">
                <a16:creationId xmlns:a16="http://schemas.microsoft.com/office/drawing/2014/main" id="{2E4D57AD-E76A-1403-A7AF-214E192A8D9D}"/>
              </a:ext>
            </a:extLst>
          </p:cNvPr>
          <p:cNvSpPr/>
          <p:nvPr/>
        </p:nvSpPr>
        <p:spPr>
          <a:xfrm>
            <a:off x="1164625" y="227590"/>
            <a:ext cx="1324814" cy="94669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0</a:t>
            </a:r>
            <a:r>
              <a:rPr lang="en-IN" b="1" i="0" dirty="0">
                <a:ln>
                  <a:noFill/>
                </a:ln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3</a:t>
            </a:r>
            <a:endParaRPr b="1" i="0" dirty="0">
              <a:ln>
                <a:noFill/>
              </a:ln>
              <a:solidFill>
                <a:schemeClr val="tx1"/>
              </a:solidFill>
              <a:latin typeface="Mont Heavy DEMO" panose="00000A00000000000000" pitchFamily="50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3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418E89-51D6-F39C-9714-F36DB6C13089}"/>
              </a:ext>
            </a:extLst>
          </p:cNvPr>
          <p:cNvSpPr txBox="1"/>
          <p:nvPr/>
        </p:nvSpPr>
        <p:spPr>
          <a:xfrm>
            <a:off x="1405670" y="3893125"/>
            <a:ext cx="94975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&lt;</a:t>
            </a:r>
            <a:r>
              <a:rPr lang="en-US" sz="4000" b="1" dirty="0">
                <a:solidFill>
                  <a:srgbClr val="002060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a</a:t>
            </a:r>
            <a:r>
              <a:rPr lang="en-US" sz="4000" b="1" dirty="0">
                <a:solidFill>
                  <a:srgbClr val="0070C0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href</a:t>
            </a:r>
            <a:r>
              <a:rPr lang="en-US" sz="4000" b="1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="</a:t>
            </a:r>
            <a:r>
              <a:rPr lang="en-US" sz="4000" b="1" dirty="0">
                <a:solidFill>
                  <a:srgbClr val="0070C0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https:</a:t>
            </a:r>
            <a:r>
              <a:rPr lang="en-US" sz="4000" b="1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//</a:t>
            </a:r>
            <a:r>
              <a:rPr lang="en-US" sz="4000" b="1" dirty="0">
                <a:solidFill>
                  <a:srgbClr val="0070C0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tt.com</a:t>
            </a:r>
            <a:r>
              <a:rPr lang="en-US" sz="4000" b="1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"&gt;</a:t>
            </a:r>
            <a:r>
              <a:rPr lang="en-US" sz="4000" b="1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visit</a:t>
            </a:r>
            <a:r>
              <a:rPr lang="en-US" sz="4000" b="1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&lt;/</a:t>
            </a:r>
            <a:r>
              <a:rPr lang="en-US" sz="4000" b="1" dirty="0">
                <a:solidFill>
                  <a:srgbClr val="002060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a</a:t>
            </a:r>
            <a:r>
              <a:rPr lang="en-US" sz="4000" b="1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&gt;</a:t>
            </a:r>
          </a:p>
          <a:p>
            <a:pPr algn="ctr"/>
            <a:endParaRPr lang="en-US" sz="3200" b="1" dirty="0">
              <a:solidFill>
                <a:srgbClr val="BA94E9"/>
              </a:solidFill>
              <a:latin typeface="Syne" pitchFamily="2" charset="0"/>
              <a:ea typeface="Roboto Mono" panose="00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E4E4A-91BD-40E2-53D0-D239A0E24809}"/>
              </a:ext>
            </a:extLst>
          </p:cNvPr>
          <p:cNvSpPr txBox="1"/>
          <p:nvPr/>
        </p:nvSpPr>
        <p:spPr>
          <a:xfrm>
            <a:off x="1890278" y="1983926"/>
            <a:ext cx="7815696" cy="88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spc="60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The </a:t>
            </a:r>
            <a:r>
              <a:rPr lang="en-US" sz="1800" b="1" spc="6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&lt;a&gt; </a:t>
            </a:r>
            <a:r>
              <a:rPr lang="en-US" sz="1800" b="1" spc="60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tag defines a hyperlink, which is used to link from one page to another.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9978E4-7256-6E2A-9490-14C963A81EA9}"/>
              </a:ext>
            </a:extLst>
          </p:cNvPr>
          <p:cNvSpPr txBox="1"/>
          <p:nvPr/>
        </p:nvSpPr>
        <p:spPr>
          <a:xfrm>
            <a:off x="4768175" y="5104934"/>
            <a:ext cx="1868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spc="70" dirty="0">
                <a:solidFill>
                  <a:srgbClr val="7030A0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URL</a:t>
            </a:r>
            <a:endParaRPr lang="en-US" sz="1800" spc="70" dirty="0">
              <a:solidFill>
                <a:srgbClr val="7030A0"/>
              </a:solidFill>
              <a:latin typeface="Mont Heavy DEMO" panose="00000A00000000000000" pitchFamily="50" charset="0"/>
              <a:ea typeface="Roboto Mono" panose="00000009000000000000" pitchFamily="49" charset="0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FF6972F4-2828-8702-65D6-9BEC84F10D32}"/>
              </a:ext>
            </a:extLst>
          </p:cNvPr>
          <p:cNvSpPr/>
          <p:nvPr/>
        </p:nvSpPr>
        <p:spPr>
          <a:xfrm rot="16200000">
            <a:off x="2356486" y="3249601"/>
            <a:ext cx="379939" cy="1017864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2BCB335A-2C18-B2A3-A9D1-573177846D22}"/>
              </a:ext>
            </a:extLst>
          </p:cNvPr>
          <p:cNvSpPr/>
          <p:nvPr/>
        </p:nvSpPr>
        <p:spPr>
          <a:xfrm rot="16200000" flipH="1">
            <a:off x="5467180" y="3191152"/>
            <a:ext cx="468896" cy="2950061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EDFE70-BC3D-1EF4-7726-80B52098B76A}"/>
              </a:ext>
            </a:extLst>
          </p:cNvPr>
          <p:cNvSpPr txBox="1"/>
          <p:nvPr/>
        </p:nvSpPr>
        <p:spPr>
          <a:xfrm>
            <a:off x="481629" y="3199231"/>
            <a:ext cx="41698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spc="70" dirty="0">
                <a:solidFill>
                  <a:srgbClr val="7030A0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Hypertext</a:t>
            </a:r>
            <a:r>
              <a:rPr lang="en-US" sz="2400" b="1" spc="70" dirty="0">
                <a:solidFill>
                  <a:srgbClr val="F8DA30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 </a:t>
            </a:r>
            <a:r>
              <a:rPr lang="en-US" sz="2400" b="1" spc="70" dirty="0">
                <a:solidFill>
                  <a:srgbClr val="7030A0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Reference</a:t>
            </a:r>
          </a:p>
        </p:txBody>
      </p:sp>
      <p:pic>
        <p:nvPicPr>
          <p:cNvPr id="10" name="Picture 9" descr="A person standing next to a cell phone&#10;&#10;Description automatically generated">
            <a:extLst>
              <a:ext uri="{FF2B5EF4-FFF2-40B4-BE49-F238E27FC236}">
                <a16:creationId xmlns:a16="http://schemas.microsoft.com/office/drawing/2014/main" id="{996A5F80-4623-622D-1B72-F648C97886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4676" y="-198931"/>
            <a:ext cx="5685183" cy="319791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9EA6B0D-10C3-0C29-2E76-0A1626BA2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solidFill>
                  <a:schemeClr val="tx1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Anchor Tag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101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22D1A1-534C-3661-80ED-D4BF9E5EC7B4}"/>
              </a:ext>
            </a:extLst>
          </p:cNvPr>
          <p:cNvSpPr txBox="1"/>
          <p:nvPr/>
        </p:nvSpPr>
        <p:spPr>
          <a:xfrm>
            <a:off x="1367118" y="1459659"/>
            <a:ext cx="9457765" cy="545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      &amp;</a:t>
            </a:r>
            <a:r>
              <a:rPr lang="en-US" sz="1800" b="1" dirty="0" err="1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lt</a:t>
            </a:r>
            <a:r>
              <a:rPr lang="en-US" sz="1800" b="1" dirty="0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;: </a:t>
            </a:r>
            <a:r>
              <a:rPr lang="en-US" sz="1800" b="0" dirty="0">
                <a:solidFill>
                  <a:srgbClr val="1F3240"/>
                </a:solidFill>
                <a:effectLst/>
                <a:latin typeface="Fira code" panose="020B0809050000020004" pitchFamily="49" charset="0"/>
              </a:rPr>
              <a:t>Less than sign (&lt;)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      &amp;</a:t>
            </a:r>
            <a:r>
              <a:rPr lang="en-US" sz="1800" b="1" dirty="0" err="1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gt</a:t>
            </a:r>
            <a:r>
              <a:rPr lang="en-US" sz="1800" b="1" dirty="0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;: </a:t>
            </a:r>
            <a:r>
              <a:rPr lang="en-US" sz="1800" b="0" dirty="0">
                <a:solidFill>
                  <a:srgbClr val="1F3240"/>
                </a:solidFill>
                <a:effectLst/>
                <a:latin typeface="Fira code" panose="020B0809050000020004" pitchFamily="49" charset="0"/>
              </a:rPr>
              <a:t>Greater than sign (&gt;)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      &amp;amp;: </a:t>
            </a:r>
            <a:r>
              <a:rPr lang="en-US" sz="1800" b="0" dirty="0">
                <a:solidFill>
                  <a:srgbClr val="1F3240"/>
                </a:solidFill>
                <a:effectLst/>
                <a:latin typeface="Fira code" panose="020B0809050000020004" pitchFamily="49" charset="0"/>
              </a:rPr>
              <a:t>Ampersand (&amp;amp;)</a:t>
            </a:r>
          </a:p>
          <a:p>
            <a:pPr>
              <a:lnSpc>
                <a:spcPct val="150000"/>
              </a:lnSpc>
            </a:pPr>
            <a:r>
              <a:rPr lang="en-US" sz="1800" b="0" dirty="0">
                <a:solidFill>
                  <a:srgbClr val="1F3240"/>
                </a:solidFill>
                <a:effectLst/>
                <a:latin typeface="Fira code" panose="020B0809050000020004" pitchFamily="49" charset="0"/>
              </a:rPr>
              <a:t>  </a:t>
            </a:r>
            <a:r>
              <a:rPr lang="en-US" sz="1800" b="1" dirty="0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    &amp;</a:t>
            </a:r>
            <a:r>
              <a:rPr lang="en-US" sz="1800" b="1" dirty="0" err="1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quot</a:t>
            </a:r>
            <a:r>
              <a:rPr lang="en-US" sz="1800" b="1" dirty="0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;: </a:t>
            </a:r>
            <a:r>
              <a:rPr lang="en-US" sz="1800" b="0" dirty="0">
                <a:solidFill>
                  <a:srgbClr val="1F3240"/>
                </a:solidFill>
                <a:effectLst/>
                <a:latin typeface="Fira code" panose="020B0809050000020004" pitchFamily="49" charset="0"/>
              </a:rPr>
              <a:t>Double quotation mark (")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      &amp;apos;: </a:t>
            </a:r>
            <a:r>
              <a:rPr lang="en-US" sz="1800" b="0" dirty="0">
                <a:solidFill>
                  <a:srgbClr val="1F3240"/>
                </a:solidFill>
                <a:effectLst/>
                <a:latin typeface="Fira code" panose="020B0809050000020004" pitchFamily="49" charset="0"/>
              </a:rPr>
              <a:t>Single quotation mark or apostrophe (')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      &amp;</a:t>
            </a:r>
            <a:r>
              <a:rPr lang="en-US" sz="1800" b="1" dirty="0" err="1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nbsp</a:t>
            </a:r>
            <a:r>
              <a:rPr lang="en-US" sz="1800" b="1" dirty="0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;: </a:t>
            </a:r>
            <a:r>
              <a:rPr lang="en-US" sz="1800" b="0" dirty="0">
                <a:solidFill>
                  <a:srgbClr val="1F3240"/>
                </a:solidFill>
                <a:effectLst/>
                <a:latin typeface="Fira code" panose="020B0809050000020004" pitchFamily="49" charset="0"/>
              </a:rPr>
              <a:t>Non-breaking space ( )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      &amp;dollar;: </a:t>
            </a:r>
            <a:r>
              <a:rPr lang="en-US" sz="1800" b="0" dirty="0">
                <a:solidFill>
                  <a:srgbClr val="1F3240"/>
                </a:solidFill>
                <a:effectLst/>
                <a:latin typeface="Fira code" panose="020B0809050000020004" pitchFamily="49" charset="0"/>
              </a:rPr>
              <a:t>Dollar Sign ($)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      &amp;copy;: </a:t>
            </a:r>
            <a:r>
              <a:rPr lang="en-US" sz="1800" b="0" dirty="0">
                <a:solidFill>
                  <a:srgbClr val="1F3240"/>
                </a:solidFill>
                <a:effectLst/>
                <a:latin typeface="Fira code" panose="020B0809050000020004" pitchFamily="49" charset="0"/>
              </a:rPr>
              <a:t>Copyright symbol (©)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      &amp;reg;: </a:t>
            </a:r>
            <a:r>
              <a:rPr lang="en-US" sz="1800" b="0" dirty="0">
                <a:solidFill>
                  <a:srgbClr val="1F3240"/>
                </a:solidFill>
                <a:effectLst/>
                <a:latin typeface="Fira code" panose="020B0809050000020004" pitchFamily="49" charset="0"/>
              </a:rPr>
              <a:t>Registered trademark symbol (®)</a:t>
            </a:r>
          </a:p>
          <a:p>
            <a:pPr>
              <a:lnSpc>
                <a:spcPct val="150000"/>
              </a:lnSpc>
            </a:pPr>
            <a:r>
              <a:rPr lang="en-US" sz="1800" b="0" dirty="0">
                <a:solidFill>
                  <a:srgbClr val="1F3240"/>
                </a:solidFill>
                <a:effectLst/>
                <a:latin typeface="Fira code" panose="020B0809050000020004" pitchFamily="49" charset="0"/>
              </a:rPr>
              <a:t>    </a:t>
            </a:r>
            <a:r>
              <a:rPr lang="en-US" sz="1800" b="1" dirty="0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  &amp;trade;: </a:t>
            </a:r>
            <a:r>
              <a:rPr lang="en-US" sz="1800" b="0" dirty="0">
                <a:solidFill>
                  <a:srgbClr val="1F3240"/>
                </a:solidFill>
                <a:effectLst/>
                <a:latin typeface="Fira code" panose="020B0809050000020004" pitchFamily="49" charset="0"/>
              </a:rPr>
              <a:t>Trademark symbol (™)</a:t>
            </a:r>
          </a:p>
          <a:p>
            <a:pPr>
              <a:lnSpc>
                <a:spcPct val="150000"/>
              </a:lnSpc>
            </a:pPr>
            <a:r>
              <a:rPr lang="en-US" sz="1800" b="0" dirty="0">
                <a:solidFill>
                  <a:srgbClr val="1F3240"/>
                </a:solidFill>
                <a:effectLst/>
                <a:latin typeface="Fira code" panose="020B0809050000020004" pitchFamily="49" charset="0"/>
              </a:rPr>
              <a:t>    </a:t>
            </a:r>
            <a:r>
              <a:rPr lang="en-US" sz="1800" b="1" dirty="0">
                <a:solidFill>
                  <a:srgbClr val="FF0000"/>
                </a:solidFill>
                <a:effectLst/>
                <a:latin typeface="Fira code" panose="020B0809050000020004" pitchFamily="49" charset="0"/>
              </a:rPr>
              <a:t>  &amp;hearts;: </a:t>
            </a:r>
            <a:r>
              <a:rPr lang="en-US" sz="1800" b="0" dirty="0">
                <a:solidFill>
                  <a:srgbClr val="1F3240"/>
                </a:solidFill>
                <a:effectLst/>
                <a:latin typeface="Fira code" panose="020B0809050000020004" pitchFamily="49" charset="0"/>
              </a:rPr>
              <a:t>Heart symbol (♥)</a:t>
            </a:r>
          </a:p>
          <a:p>
            <a:pPr>
              <a:lnSpc>
                <a:spcPct val="150000"/>
              </a:lnSpc>
            </a:pPr>
            <a:br>
              <a:rPr lang="en-US" sz="1800" b="0" dirty="0">
                <a:solidFill>
                  <a:srgbClr val="1F3240"/>
                </a:solidFill>
                <a:effectLst/>
                <a:latin typeface="Fira code" panose="020B0809050000020004" pitchFamily="49" charset="0"/>
              </a:rPr>
            </a:br>
            <a:endParaRPr lang="en-US" sz="1800" b="0" dirty="0">
              <a:solidFill>
                <a:srgbClr val="1F3240"/>
              </a:solidFill>
              <a:effectLst/>
              <a:latin typeface="Fira code" panose="020B0809050000020004" pitchFamily="49" charset="0"/>
            </a:endParaRPr>
          </a:p>
        </p:txBody>
      </p:sp>
      <p:pic>
        <p:nvPicPr>
          <p:cNvPr id="6" name="Picture 5" descr="A person and person sitting in front of a computer screen&#10;&#10;Description automatically generated">
            <a:extLst>
              <a:ext uri="{FF2B5EF4-FFF2-40B4-BE49-F238E27FC236}">
                <a16:creationId xmlns:a16="http://schemas.microsoft.com/office/drawing/2014/main" id="{FCD83299-241B-C071-4E91-B5A91AFCB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009" y="-223507"/>
            <a:ext cx="6863351" cy="38606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377302-8825-82D9-8E86-C1554CBF5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26" y="218736"/>
            <a:ext cx="11360700" cy="962626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solidFill>
                  <a:schemeClr val="tx1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Entities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25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"/>
          <p:cNvSpPr txBox="1">
            <a:spLocks noGrp="1"/>
          </p:cNvSpPr>
          <p:nvPr>
            <p:ph type="subTitle" idx="2"/>
          </p:nvPr>
        </p:nvSpPr>
        <p:spPr>
          <a:xfrm>
            <a:off x="986769" y="2225135"/>
            <a:ext cx="10356273" cy="316572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2000" b="0" i="1" spc="100" dirty="0">
                <a:solidFill>
                  <a:srgbClr val="B9D4B4"/>
                </a:solidFill>
                <a:effectLst/>
                <a:ea typeface="Roboto Mono" panose="00000009000000000000" pitchFamily="49" charset="0"/>
              </a:rPr>
              <a:t>   We can represent the dollar sign symbol using 3 different </a:t>
            </a:r>
          </a:p>
          <a:p>
            <a:r>
              <a:rPr lang="en-US" sz="2000" i="1" spc="100" dirty="0">
                <a:solidFill>
                  <a:srgbClr val="B9D4B4"/>
                </a:solidFill>
                <a:ea typeface="Roboto Mono" panose="00000009000000000000" pitchFamily="49" charset="0"/>
              </a:rPr>
              <a:t>   </a:t>
            </a:r>
            <a:r>
              <a:rPr lang="en-US" sz="2000" b="0" i="1" spc="100" dirty="0">
                <a:solidFill>
                  <a:srgbClr val="B9D4B4"/>
                </a:solidFill>
                <a:effectLst/>
                <a:ea typeface="Roboto Mono" panose="00000009000000000000" pitchFamily="49" charset="0"/>
              </a:rPr>
              <a:t>HTML entity methods </a:t>
            </a:r>
            <a:endParaRPr lang="en-US" sz="2000" b="0" spc="100" dirty="0">
              <a:solidFill>
                <a:srgbClr val="B9D4B4"/>
              </a:solidFill>
              <a:effectLst/>
              <a:ea typeface="Roboto Mono" panose="00000009000000000000" pitchFamily="49" charset="0"/>
            </a:endParaRPr>
          </a:p>
          <a:p>
            <a:r>
              <a:rPr lang="en-US" b="0" i="1" spc="100" dirty="0">
                <a:solidFill>
                  <a:schemeClr val="bg2"/>
                </a:solidFill>
                <a:effectLst/>
                <a:ea typeface="Roboto Mono" panose="00000009000000000000" pitchFamily="49" charset="0"/>
              </a:rPr>
              <a:t>   </a:t>
            </a:r>
          </a:p>
          <a:p>
            <a:r>
              <a:rPr lang="en-US" b="0" i="1" spc="100" dirty="0">
                <a:solidFill>
                  <a:schemeClr val="bg2"/>
                </a:solidFill>
                <a:effectLst/>
                <a:ea typeface="Roboto Mono" panose="00000009000000000000" pitchFamily="49" charset="0"/>
              </a:rPr>
              <a:t>   Using </a:t>
            </a:r>
            <a:r>
              <a:rPr lang="en-US" b="0" i="1" spc="100" dirty="0">
                <a:solidFill>
                  <a:srgbClr val="BA94E9"/>
                </a:solidFill>
                <a:effectLst/>
                <a:ea typeface="Roboto Mono" panose="00000009000000000000" pitchFamily="49" charset="0"/>
              </a:rPr>
              <a:t>Named</a:t>
            </a:r>
            <a:r>
              <a:rPr lang="en-US" b="0" i="1" spc="100" dirty="0">
                <a:solidFill>
                  <a:schemeClr val="bg2"/>
                </a:solidFill>
                <a:effectLst/>
                <a:ea typeface="Roboto Mono" panose="00000009000000000000" pitchFamily="49" charset="0"/>
              </a:rPr>
              <a:t> Entity: &amp;dollar; </a:t>
            </a:r>
            <a:endParaRPr lang="en-US" b="0" spc="100" dirty="0">
              <a:solidFill>
                <a:schemeClr val="bg2"/>
              </a:solidFill>
              <a:effectLst/>
              <a:ea typeface="Roboto Mono" panose="00000009000000000000" pitchFamily="49" charset="0"/>
            </a:endParaRPr>
          </a:p>
          <a:p>
            <a:br>
              <a:rPr lang="en-US" b="0" spc="100" dirty="0">
                <a:solidFill>
                  <a:schemeClr val="bg2"/>
                </a:solidFill>
                <a:effectLst/>
                <a:ea typeface="Roboto Mono" panose="00000009000000000000" pitchFamily="49" charset="0"/>
              </a:rPr>
            </a:br>
            <a:r>
              <a:rPr lang="en-US" b="0" i="1" spc="100" dirty="0">
                <a:solidFill>
                  <a:schemeClr val="bg2"/>
                </a:solidFill>
                <a:effectLst/>
                <a:ea typeface="Roboto Mono" panose="00000009000000000000" pitchFamily="49" charset="0"/>
              </a:rPr>
              <a:t>Using </a:t>
            </a:r>
            <a:r>
              <a:rPr lang="en-US" b="0" i="1" spc="100" dirty="0">
                <a:solidFill>
                  <a:srgbClr val="BA94E9"/>
                </a:solidFill>
                <a:effectLst/>
                <a:ea typeface="Roboto Mono" panose="00000009000000000000" pitchFamily="49" charset="0"/>
              </a:rPr>
              <a:t>Hexadecimal</a:t>
            </a:r>
            <a:r>
              <a:rPr lang="en-US" b="0" i="1" spc="100" dirty="0">
                <a:solidFill>
                  <a:schemeClr val="bg2"/>
                </a:solidFill>
                <a:effectLst/>
                <a:ea typeface="Roboto Mono" panose="00000009000000000000" pitchFamily="49" charset="0"/>
              </a:rPr>
              <a:t> Numeric Reference: #x00024;</a:t>
            </a:r>
            <a:endParaRPr lang="en-US" b="0" spc="100" dirty="0">
              <a:solidFill>
                <a:schemeClr val="bg2"/>
              </a:solidFill>
              <a:effectLst/>
              <a:ea typeface="Roboto Mono" panose="00000009000000000000" pitchFamily="49" charset="0"/>
            </a:endParaRPr>
          </a:p>
          <a:p>
            <a:br>
              <a:rPr lang="en-US" b="0" spc="100" dirty="0">
                <a:solidFill>
                  <a:schemeClr val="bg2"/>
                </a:solidFill>
                <a:effectLst/>
                <a:ea typeface="Roboto Mono" panose="00000009000000000000" pitchFamily="49" charset="0"/>
              </a:rPr>
            </a:br>
            <a:r>
              <a:rPr lang="en-US" b="0" i="1" spc="100" dirty="0">
                <a:solidFill>
                  <a:schemeClr val="bg2"/>
                </a:solidFill>
                <a:effectLst/>
                <a:ea typeface="Roboto Mono" panose="00000009000000000000" pitchFamily="49" charset="0"/>
              </a:rPr>
              <a:t>Using </a:t>
            </a:r>
            <a:r>
              <a:rPr lang="en-US" b="0" i="1" spc="100" dirty="0">
                <a:solidFill>
                  <a:srgbClr val="BA94E9"/>
                </a:solidFill>
                <a:effectLst/>
                <a:ea typeface="Roboto Mono" panose="00000009000000000000" pitchFamily="49" charset="0"/>
              </a:rPr>
              <a:t>Decimal</a:t>
            </a:r>
            <a:r>
              <a:rPr lang="en-US" b="0" i="1" spc="100" dirty="0">
                <a:solidFill>
                  <a:schemeClr val="bg2"/>
                </a:solidFill>
                <a:effectLst/>
                <a:ea typeface="Roboto Mono" panose="00000009000000000000" pitchFamily="49" charset="0"/>
              </a:rPr>
              <a:t> Numeric Reference: &amp;#36; </a:t>
            </a:r>
            <a:endParaRPr lang="en-US" b="0" spc="100" dirty="0">
              <a:solidFill>
                <a:schemeClr val="bg2"/>
              </a:solidFill>
              <a:effectLst/>
              <a:ea typeface="Roboto Mono" panose="00000009000000000000" pitchFamily="49" charset="0"/>
            </a:endParaRPr>
          </a:p>
        </p:txBody>
      </p:sp>
      <p:pic>
        <p:nvPicPr>
          <p:cNvPr id="3" name="Picture 2" descr="A group of people in a circle&#10;&#10;Description automatically generated">
            <a:extLst>
              <a:ext uri="{FF2B5EF4-FFF2-40B4-BE49-F238E27FC236}">
                <a16:creationId xmlns:a16="http://schemas.microsoft.com/office/drawing/2014/main" id="{064608BE-4903-8A0B-66C5-F5DC36D6A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507" y="2425148"/>
            <a:ext cx="7456554" cy="4194312"/>
          </a:xfrm>
          <a:prstGeom prst="rect">
            <a:avLst/>
          </a:prstGeom>
        </p:spPr>
      </p:pic>
      <p:sp>
        <p:nvSpPr>
          <p:cNvPr id="5" name="Google Shape;440;p29">
            <a:extLst>
              <a:ext uri="{FF2B5EF4-FFF2-40B4-BE49-F238E27FC236}">
                <a16:creationId xmlns:a16="http://schemas.microsoft.com/office/drawing/2014/main" id="{CFB32EA8-1565-5193-8F81-8BBE2CB03984}"/>
              </a:ext>
            </a:extLst>
          </p:cNvPr>
          <p:cNvSpPr txBox="1">
            <a:spLocks/>
          </p:cNvSpPr>
          <p:nvPr/>
        </p:nvSpPr>
        <p:spPr>
          <a:xfrm>
            <a:off x="836550" y="511263"/>
            <a:ext cx="97551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 sz="4000" b="1" i="0" u="none" strike="noStrike" cap="none" spc="40" baseline="0">
                <a:solidFill>
                  <a:schemeClr val="dk1"/>
                </a:solidFill>
                <a:latin typeface="Syne" pitchFamily="2" charset="0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IN" dirty="0">
                <a:solidFill>
                  <a:schemeClr val="tx2"/>
                </a:solidFill>
                <a:latin typeface="Mont Heavy DEMO" panose="00000A00000000000000" pitchFamily="50" charset="0"/>
              </a:rPr>
              <a:t>DID YOU </a:t>
            </a:r>
            <a:r>
              <a:rPr lang="en-IN" sz="6000" dirty="0">
                <a:solidFill>
                  <a:schemeClr val="accent2"/>
                </a:solidFill>
                <a:latin typeface="Mont Heavy DEMO" panose="00000A00000000000000" pitchFamily="50" charset="0"/>
              </a:rPr>
              <a:t>KNOW?</a:t>
            </a:r>
          </a:p>
        </p:txBody>
      </p:sp>
    </p:spTree>
    <p:extLst>
      <p:ext uri="{BB962C8B-B14F-4D97-AF65-F5344CB8AC3E}">
        <p14:creationId xmlns:p14="http://schemas.microsoft.com/office/powerpoint/2010/main" val="398569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9E4E4A-91BD-40E2-53D0-D239A0E24809}"/>
              </a:ext>
            </a:extLst>
          </p:cNvPr>
          <p:cNvSpPr txBox="1"/>
          <p:nvPr/>
        </p:nvSpPr>
        <p:spPr>
          <a:xfrm>
            <a:off x="574813" y="1713250"/>
            <a:ext cx="110423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spc="7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The </a:t>
            </a:r>
            <a:r>
              <a:rPr lang="en-US" sz="28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</a:t>
            </a:r>
            <a:r>
              <a:rPr lang="en-US" sz="2800" spc="70" dirty="0" err="1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img</a:t>
            </a:r>
            <a:r>
              <a:rPr lang="en-US" sz="28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&gt; </a:t>
            </a:r>
            <a:r>
              <a:rPr lang="en-US" sz="2800" spc="70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tag is used to embed(ADD) an image in an HTML page.</a:t>
            </a:r>
          </a:p>
        </p:txBody>
      </p:sp>
      <p:pic>
        <p:nvPicPr>
          <p:cNvPr id="12" name="Picture 11" descr="A person taking a selfie&#10;&#10;Description automatically generated">
            <a:extLst>
              <a:ext uri="{FF2B5EF4-FFF2-40B4-BE49-F238E27FC236}">
                <a16:creationId xmlns:a16="http://schemas.microsoft.com/office/drawing/2014/main" id="{63AFA1ED-7158-3114-19EA-2B3288D73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662" y="1922459"/>
            <a:ext cx="8340198" cy="46913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6C1603-298F-7587-AD1B-9049BC435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solidFill>
                  <a:schemeClr val="tx1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Image Tag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21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418E89-51D6-F39C-9714-F36DB6C13089}"/>
              </a:ext>
            </a:extLst>
          </p:cNvPr>
          <p:cNvSpPr txBox="1"/>
          <p:nvPr/>
        </p:nvSpPr>
        <p:spPr>
          <a:xfrm>
            <a:off x="1229937" y="3494055"/>
            <a:ext cx="97726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&lt;</a:t>
            </a:r>
            <a:r>
              <a:rPr lang="en-US" sz="4000" b="1" dirty="0" err="1">
                <a:solidFill>
                  <a:srgbClr val="1F3240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img</a:t>
            </a:r>
            <a:r>
              <a:rPr lang="en-US" sz="4000" b="1" dirty="0">
                <a:solidFill>
                  <a:srgbClr val="0070C0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src</a:t>
            </a:r>
            <a:r>
              <a:rPr lang="en-US" sz="4000" b="1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="</a:t>
            </a:r>
            <a:r>
              <a:rPr lang="en-US" sz="4000" b="1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/image</a:t>
            </a:r>
            <a:r>
              <a:rPr lang="en-US" sz="4000" b="1" dirty="0">
                <a:solidFill>
                  <a:srgbClr val="0070C0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.</a:t>
            </a:r>
            <a:r>
              <a:rPr lang="en-US" sz="4000" b="1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png</a:t>
            </a:r>
            <a:r>
              <a:rPr lang="en-US" sz="4000" b="1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“ alt=“</a:t>
            </a:r>
            <a:r>
              <a:rPr lang="en-US" sz="4000" dirty="0" err="1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altText</a:t>
            </a:r>
            <a:r>
              <a:rPr lang="en-US" sz="4000" b="1" dirty="0">
                <a:solidFill>
                  <a:srgbClr val="1F3240"/>
                </a:solidFill>
                <a:latin typeface="Syne" pitchFamily="2" charset="0"/>
                <a:ea typeface="Roboto Mono" panose="00000009000000000000" pitchFamily="49" charset="0"/>
              </a:rPr>
              <a:t>”&gt;</a:t>
            </a:r>
          </a:p>
          <a:p>
            <a:pPr algn="ctr"/>
            <a:endParaRPr lang="en-US" sz="3200" b="1" dirty="0">
              <a:solidFill>
                <a:srgbClr val="BA94E9"/>
              </a:solidFill>
              <a:latin typeface="Syne" pitchFamily="2" charset="0"/>
              <a:ea typeface="Roboto Mono" panose="00000009000000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9978E4-7256-6E2A-9490-14C963A81EA9}"/>
              </a:ext>
            </a:extLst>
          </p:cNvPr>
          <p:cNvSpPr txBox="1"/>
          <p:nvPr/>
        </p:nvSpPr>
        <p:spPr>
          <a:xfrm>
            <a:off x="4098355" y="4461089"/>
            <a:ext cx="2083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spc="60" dirty="0">
                <a:solidFill>
                  <a:srgbClr val="7030A0"/>
                </a:solidFill>
                <a:latin typeface="Syne" pitchFamily="2" charset="0"/>
                <a:ea typeface="Roboto Mono" panose="00000009000000000000" pitchFamily="49" charset="0"/>
              </a:rPr>
              <a:t>Relative URL</a:t>
            </a: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FF6972F4-2828-8702-65D6-9BEC84F10D32}"/>
              </a:ext>
            </a:extLst>
          </p:cNvPr>
          <p:cNvSpPr/>
          <p:nvPr/>
        </p:nvSpPr>
        <p:spPr>
          <a:xfrm rot="16200000">
            <a:off x="2644764" y="2936573"/>
            <a:ext cx="318614" cy="1031202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2BCB335A-2C18-B2A3-A9D1-573177846D22}"/>
              </a:ext>
            </a:extLst>
          </p:cNvPr>
          <p:cNvSpPr/>
          <p:nvPr/>
        </p:nvSpPr>
        <p:spPr>
          <a:xfrm rot="16200000" flipH="1">
            <a:off x="4838235" y="3292785"/>
            <a:ext cx="389645" cy="1869404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EDFE70-BC3D-1EF4-7726-80B52098B76A}"/>
              </a:ext>
            </a:extLst>
          </p:cNvPr>
          <p:cNvSpPr txBox="1"/>
          <p:nvPr/>
        </p:nvSpPr>
        <p:spPr>
          <a:xfrm>
            <a:off x="1664477" y="2680681"/>
            <a:ext cx="27709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spc="60" dirty="0">
                <a:solidFill>
                  <a:srgbClr val="7030A0"/>
                </a:solidFill>
                <a:latin typeface="Syne" pitchFamily="2" charset="0"/>
                <a:ea typeface="Roboto Mono" panose="00000009000000000000" pitchFamily="49" charset="0"/>
              </a:rPr>
              <a:t>Specifies the path </a:t>
            </a:r>
          </a:p>
          <a:p>
            <a:pPr algn="ctr"/>
            <a:r>
              <a:rPr lang="en-US" sz="2000" spc="60" dirty="0">
                <a:solidFill>
                  <a:srgbClr val="7030A0"/>
                </a:solidFill>
                <a:latin typeface="Syne" pitchFamily="2" charset="0"/>
                <a:ea typeface="Roboto Mono" panose="00000009000000000000" pitchFamily="49" charset="0"/>
              </a:rPr>
              <a:t>to the image</a:t>
            </a: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DFB46AC9-2E55-81F3-C2C9-91815DAD4D1E}"/>
              </a:ext>
            </a:extLst>
          </p:cNvPr>
          <p:cNvSpPr/>
          <p:nvPr/>
        </p:nvSpPr>
        <p:spPr>
          <a:xfrm rot="16200000">
            <a:off x="8012702" y="1703695"/>
            <a:ext cx="379939" cy="3271126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F6E816-1CA0-FF84-CD44-6F3184E241BA}"/>
              </a:ext>
            </a:extLst>
          </p:cNvPr>
          <p:cNvSpPr txBox="1"/>
          <p:nvPr/>
        </p:nvSpPr>
        <p:spPr>
          <a:xfrm>
            <a:off x="5870778" y="2243615"/>
            <a:ext cx="50073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spc="60" dirty="0">
                <a:solidFill>
                  <a:srgbClr val="7030A0"/>
                </a:solidFill>
                <a:latin typeface="Syne" pitchFamily="2" charset="0"/>
                <a:ea typeface="Roboto Mono" panose="00000009000000000000" pitchFamily="49" charset="0"/>
              </a:rPr>
              <a:t>Specifies an alternate text for the</a:t>
            </a:r>
          </a:p>
          <a:p>
            <a:pPr algn="ctr"/>
            <a:r>
              <a:rPr lang="en-US" sz="2000" spc="60" dirty="0">
                <a:solidFill>
                  <a:srgbClr val="7030A0"/>
                </a:solidFill>
                <a:latin typeface="Syne" pitchFamily="2" charset="0"/>
                <a:ea typeface="Roboto Mono" panose="00000009000000000000" pitchFamily="49" charset="0"/>
              </a:rPr>
              <a:t>image, if the image for some reason</a:t>
            </a:r>
          </a:p>
          <a:p>
            <a:pPr algn="ctr"/>
            <a:r>
              <a:rPr lang="en-US" sz="2000" spc="60" dirty="0">
                <a:solidFill>
                  <a:srgbClr val="7030A0"/>
                </a:solidFill>
                <a:latin typeface="Syne" pitchFamily="2" charset="0"/>
                <a:ea typeface="Roboto Mono" panose="00000009000000000000" pitchFamily="49" charset="0"/>
              </a:rPr>
              <a:t>cannot be displayed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4534F1-1EEC-0844-F2DD-326C0A74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solidFill>
                  <a:schemeClr val="tx1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Image Tag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874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9" grpId="0" animBg="1"/>
      <p:bldP spid="2" grpId="0"/>
      <p:bldP spid="4" grpId="0" animBg="1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"/>
          <p:cNvSpPr txBox="1">
            <a:spLocks noGrp="1"/>
          </p:cNvSpPr>
          <p:nvPr>
            <p:ph type="subTitle" idx="2"/>
          </p:nvPr>
        </p:nvSpPr>
        <p:spPr>
          <a:xfrm>
            <a:off x="1044039" y="2484817"/>
            <a:ext cx="8242852" cy="27324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b="1" i="1" dirty="0">
                <a:solidFill>
                  <a:srgbClr val="F8DA30"/>
                </a:solidFill>
                <a:effectLst/>
                <a:ea typeface="Roboto Mono" panose="00000009000000000000" pitchFamily="49" charset="0"/>
              </a:rPr>
              <a:t>  Void Elements / Empty Elements</a:t>
            </a:r>
          </a:p>
          <a:p>
            <a:endParaRPr lang="en-US" i="1" dirty="0">
              <a:solidFill>
                <a:srgbClr val="546E7A"/>
              </a:solidFill>
              <a:ea typeface="Roboto Mono" panose="00000009000000000000" pitchFamily="49" charset="0"/>
            </a:endParaRPr>
          </a:p>
          <a:p>
            <a:r>
              <a:rPr lang="en-US" sz="2400" b="0" i="1" dirty="0">
                <a:solidFill>
                  <a:schemeClr val="bg2"/>
                </a:solidFill>
                <a:effectLst/>
                <a:ea typeface="Roboto Mono" panose="00000009000000000000" pitchFamily="49" charset="0"/>
              </a:rPr>
              <a:t>  Not all parts of a web page use the usual pattern of having an opening tag, some content, and then a closing tag. Some parts only </a:t>
            </a:r>
            <a:r>
              <a:rPr lang="en-US" sz="2400" b="0" i="1" dirty="0">
                <a:solidFill>
                  <a:srgbClr val="BA94E9"/>
                </a:solidFill>
                <a:effectLst/>
                <a:ea typeface="Roboto Mono" panose="00000009000000000000" pitchFamily="49" charset="0"/>
              </a:rPr>
              <a:t>need a single tag to work</a:t>
            </a:r>
            <a:r>
              <a:rPr lang="en-US" sz="2400" b="0" i="1" dirty="0">
                <a:solidFill>
                  <a:schemeClr val="bg2"/>
                </a:solidFill>
                <a:effectLst/>
                <a:ea typeface="Roboto Mono" panose="00000009000000000000" pitchFamily="49" charset="0"/>
              </a:rPr>
              <a:t>. These are called "void elements” or “Empty Elements”.</a:t>
            </a:r>
          </a:p>
          <a:p>
            <a:endParaRPr lang="en-US" b="0" dirty="0">
              <a:solidFill>
                <a:schemeClr val="bg2"/>
              </a:solidFill>
              <a:effectLst/>
              <a:ea typeface="Roboto Mono" panose="00000009000000000000" pitchFamily="49" charset="0"/>
            </a:endParaRPr>
          </a:p>
          <a:p>
            <a:endParaRPr lang="en-US" b="0" dirty="0">
              <a:solidFill>
                <a:srgbClr val="EEFFFF"/>
              </a:solidFill>
              <a:effectLst/>
              <a:ea typeface="Roboto Mono" panose="00000009000000000000" pitchFamily="49" charset="0"/>
            </a:endParaRPr>
          </a:p>
        </p:txBody>
      </p:sp>
      <p:pic>
        <p:nvPicPr>
          <p:cNvPr id="5" name="Picture 4" descr="A person sitting in front of a computer screen&#10;&#10;Description automatically generated">
            <a:extLst>
              <a:ext uri="{FF2B5EF4-FFF2-40B4-BE49-F238E27FC236}">
                <a16:creationId xmlns:a16="http://schemas.microsoft.com/office/drawing/2014/main" id="{E0F51696-E4CB-A1B1-D4E7-9450BB4C4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415" y="-531772"/>
            <a:ext cx="8242852" cy="4636604"/>
          </a:xfrm>
          <a:prstGeom prst="rect">
            <a:avLst/>
          </a:prstGeom>
        </p:spPr>
      </p:pic>
      <p:sp>
        <p:nvSpPr>
          <p:cNvPr id="4" name="Google Shape;440;p29">
            <a:extLst>
              <a:ext uri="{FF2B5EF4-FFF2-40B4-BE49-F238E27FC236}">
                <a16:creationId xmlns:a16="http://schemas.microsoft.com/office/drawing/2014/main" id="{C2371A5C-CB49-4F24-D394-9EAFB68379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  <a:latin typeface="Mont Heavy DEMO" panose="00000A00000000000000" pitchFamily="50" charset="0"/>
              </a:rPr>
              <a:t>DID YOU </a:t>
            </a:r>
            <a:r>
              <a:rPr lang="en" sz="6000" dirty="0">
                <a:solidFill>
                  <a:schemeClr val="accent2"/>
                </a:solidFill>
                <a:latin typeface="Mont Heavy DEMO" panose="00000A00000000000000" pitchFamily="50" charset="0"/>
              </a:rPr>
              <a:t>KNOW?</a:t>
            </a:r>
            <a:endParaRPr sz="6000" dirty="0">
              <a:solidFill>
                <a:schemeClr val="accent2"/>
              </a:solidFill>
              <a:latin typeface="Mont Heavy DEMO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26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C06AA4-775B-8CFC-CC8E-F924341DD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solidFill>
                  <a:schemeClr val="tx1"/>
                </a:solidFill>
                <a:ea typeface="Roboto Mono" panose="00000009000000000000" pitchFamily="49" charset="0"/>
                <a:cs typeface="Urbanist" panose="020B0A04040200000203" pitchFamily="34" charset="0"/>
              </a:rPr>
              <a:t>Empty</a:t>
            </a:r>
            <a:r>
              <a:rPr lang="en-US" dirty="0">
                <a:solidFill>
                  <a:schemeClr val="tx1"/>
                </a:solidFill>
                <a:ea typeface="Roboto Mono" panose="00000009000000000000" pitchFamily="49" charset="0"/>
              </a:rPr>
              <a:t> Elements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Google Shape;499;p34">
            <a:extLst>
              <a:ext uri="{FF2B5EF4-FFF2-40B4-BE49-F238E27FC236}">
                <a16:creationId xmlns:a16="http://schemas.microsoft.com/office/drawing/2014/main" id="{BD623B0E-6FE0-BEE4-0444-8221902F5EC5}"/>
              </a:ext>
            </a:extLst>
          </p:cNvPr>
          <p:cNvSpPr txBox="1">
            <a:spLocks/>
          </p:cNvSpPr>
          <p:nvPr/>
        </p:nvSpPr>
        <p:spPr>
          <a:xfrm>
            <a:off x="731636" y="1261947"/>
            <a:ext cx="8478154" cy="5280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>
              <a:lnSpc>
                <a:spcPct val="200000"/>
              </a:lnSpc>
              <a:buFont typeface="Roboto Mono"/>
              <a:buNone/>
            </a:pPr>
            <a:endParaRPr lang="en-US" dirty="0">
              <a:solidFill>
                <a:srgbClr val="BA94E9"/>
              </a:solidFill>
              <a:latin typeface="Syne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B594AA-F9AB-A404-8849-B5400ED1165A}"/>
              </a:ext>
            </a:extLst>
          </p:cNvPr>
          <p:cNvSpPr txBox="1"/>
          <p:nvPr/>
        </p:nvSpPr>
        <p:spPr>
          <a:xfrm>
            <a:off x="808383" y="1300997"/>
            <a:ext cx="10575234" cy="5453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&lt;area&gt;:   </a:t>
            </a:r>
            <a:r>
              <a:rPr lang="en-US" sz="180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Defines a clickable area within an image map.</a:t>
            </a:r>
            <a:endParaRPr lang="en-US" sz="1800" dirty="0">
              <a:solidFill>
                <a:schemeClr val="bg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&lt;</a:t>
            </a:r>
            <a:r>
              <a:rPr lang="en-US" sz="1800" b="1" i="1" dirty="0" err="1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br</a:t>
            </a:r>
            <a:r>
              <a:rPr lang="en-US" sz="1800" b="1" i="1" dirty="0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 :   </a:t>
            </a:r>
            <a:r>
              <a:rPr lang="en-US" sz="180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Represents a line break.</a:t>
            </a:r>
            <a:endParaRPr lang="en-US" sz="1800" dirty="0">
              <a:solidFill>
                <a:schemeClr val="bg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&lt;col&gt; :   </a:t>
            </a:r>
            <a:r>
              <a:rPr lang="en-US" sz="180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Specifies column properties for a table column group.</a:t>
            </a:r>
            <a:endParaRPr lang="en-US" sz="1800" dirty="0">
              <a:solidFill>
                <a:schemeClr val="bg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&lt;embed&gt; :   </a:t>
            </a:r>
            <a:r>
              <a:rPr lang="en-US" sz="180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Embeds external content or plugin content.</a:t>
            </a:r>
            <a:endParaRPr lang="en-US" sz="1800" dirty="0">
              <a:solidFill>
                <a:schemeClr val="bg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&lt;</a:t>
            </a:r>
            <a:r>
              <a:rPr lang="en-US" sz="1800" b="1" i="1" dirty="0" err="1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hr</a:t>
            </a:r>
            <a:r>
              <a:rPr lang="en-US" sz="1800" b="1" i="1" dirty="0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 :   </a:t>
            </a:r>
            <a:r>
              <a:rPr lang="en-US" sz="180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Represents a thematic break or horizontal rule.</a:t>
            </a:r>
            <a:endParaRPr lang="en-US" sz="1800" dirty="0">
              <a:solidFill>
                <a:schemeClr val="bg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&lt;</a:t>
            </a:r>
            <a:r>
              <a:rPr lang="en-US" sz="1800" b="1" i="1" dirty="0" err="1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img</a:t>
            </a:r>
            <a:r>
              <a:rPr lang="en-US" sz="1800" b="1" i="1" dirty="0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 :   </a:t>
            </a:r>
            <a:r>
              <a:rPr lang="en-US" sz="180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Embeds an image.</a:t>
            </a:r>
            <a:endParaRPr lang="en-US" sz="1800" dirty="0">
              <a:solidFill>
                <a:schemeClr val="bg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 </a:t>
            </a:r>
            <a:r>
              <a:rPr lang="en-US" sz="1800" b="1" i="1" dirty="0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&lt;input&gt; :   </a:t>
            </a:r>
            <a:r>
              <a:rPr lang="en-US" sz="180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Represents an input field.</a:t>
            </a:r>
            <a:endParaRPr lang="en-US" sz="1800" dirty="0">
              <a:solidFill>
                <a:schemeClr val="bg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&lt;link&gt; :   </a:t>
            </a:r>
            <a:r>
              <a:rPr lang="en-US" sz="180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Specifies relationships between a current document and external resources.</a:t>
            </a:r>
            <a:endParaRPr lang="en-US" sz="1800" dirty="0">
              <a:solidFill>
                <a:schemeClr val="bg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&lt;meta&gt; :   </a:t>
            </a:r>
            <a:r>
              <a:rPr lang="en-US" sz="180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Provides metadata about the HTML document.</a:t>
            </a:r>
            <a:endParaRPr lang="en-US" sz="1800" dirty="0">
              <a:solidFill>
                <a:schemeClr val="bg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&lt;param&gt; :   </a:t>
            </a:r>
            <a:r>
              <a:rPr lang="en-US" sz="180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Defines parameters for plugins.</a:t>
            </a:r>
            <a:endParaRPr lang="en-US" sz="1800" dirty="0">
              <a:solidFill>
                <a:schemeClr val="bg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&lt;source&gt; :   </a:t>
            </a:r>
            <a:r>
              <a:rPr lang="en-US" sz="180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Specifies multiple media resources for media elements like &lt;audio&gt; and &lt;video&gt;.</a:t>
            </a:r>
            <a:endParaRPr lang="en-US" sz="1800" dirty="0">
              <a:solidFill>
                <a:schemeClr val="bg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&lt;track&gt; :   </a:t>
            </a:r>
            <a:r>
              <a:rPr lang="en-US" sz="180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Specifies text tracks for media elements.</a:t>
            </a:r>
            <a:endParaRPr lang="en-US" sz="1800" dirty="0">
              <a:solidFill>
                <a:schemeClr val="bg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 </a:t>
            </a:r>
            <a:r>
              <a:rPr lang="en-US" sz="1800" b="1" i="1" dirty="0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</a:t>
            </a:r>
            <a:r>
              <a:rPr lang="en-US" sz="1800" b="1" i="1" dirty="0" err="1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wbr</a:t>
            </a:r>
            <a:r>
              <a:rPr lang="en-US" sz="1800" b="1" i="1" dirty="0">
                <a:solidFill>
                  <a:srgbClr val="FF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 :   </a:t>
            </a:r>
            <a:r>
              <a:rPr lang="en-US" sz="180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Represents a word break opportunity in text.</a:t>
            </a:r>
            <a:endParaRPr lang="en-US" sz="1800" dirty="0">
              <a:solidFill>
                <a:schemeClr val="bg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62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9E4E4A-91BD-40E2-53D0-D239A0E24809}"/>
              </a:ext>
            </a:extLst>
          </p:cNvPr>
          <p:cNvSpPr txBox="1"/>
          <p:nvPr/>
        </p:nvSpPr>
        <p:spPr>
          <a:xfrm>
            <a:off x="1648876" y="1785821"/>
            <a:ext cx="8027387" cy="143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pc="70" dirty="0">
                <a:solidFill>
                  <a:srgbClr val="16242F"/>
                </a:solidFill>
                <a:latin typeface="Syne" pitchFamily="2" charset="0"/>
                <a:ea typeface="Roboto Mono" panose="00000009000000000000" pitchFamily="49" charset="0"/>
              </a:rPr>
              <a:t>The </a:t>
            </a:r>
            <a:r>
              <a:rPr lang="en-US" sz="20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&lt;picture&gt; </a:t>
            </a:r>
            <a:r>
              <a:rPr lang="en-US" sz="2000" spc="70" dirty="0">
                <a:solidFill>
                  <a:srgbClr val="16242F"/>
                </a:solidFill>
                <a:latin typeface="Syne" pitchFamily="2" charset="0"/>
                <a:ea typeface="Roboto Mono" panose="00000009000000000000" pitchFamily="49" charset="0"/>
              </a:rPr>
              <a:t>HTML element contains zero or more </a:t>
            </a:r>
          </a:p>
          <a:p>
            <a:pPr>
              <a:lnSpc>
                <a:spcPct val="150000"/>
              </a:lnSpc>
            </a:pPr>
            <a:r>
              <a:rPr lang="en-US" sz="20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&lt;source&gt; </a:t>
            </a:r>
            <a:r>
              <a:rPr lang="en-US" sz="2000" spc="70" dirty="0">
                <a:solidFill>
                  <a:srgbClr val="16242F"/>
                </a:solidFill>
                <a:latin typeface="Syne" pitchFamily="2" charset="0"/>
                <a:ea typeface="Roboto Mono" panose="00000009000000000000" pitchFamily="49" charset="0"/>
              </a:rPr>
              <a:t>elements and one </a:t>
            </a:r>
            <a:r>
              <a:rPr lang="en-US" sz="20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</a:t>
            </a:r>
            <a:r>
              <a:rPr lang="en-US" sz="2000" spc="70" dirty="0" err="1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img</a:t>
            </a:r>
            <a:r>
              <a:rPr lang="en-US" sz="20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&gt; </a:t>
            </a:r>
            <a:r>
              <a:rPr lang="en-US" sz="2000" spc="70" dirty="0">
                <a:solidFill>
                  <a:srgbClr val="16242F"/>
                </a:solidFill>
                <a:latin typeface="Syne" pitchFamily="2" charset="0"/>
                <a:ea typeface="Roboto Mono" panose="00000009000000000000" pitchFamily="49" charset="0"/>
              </a:rPr>
              <a:t>element to offer alternative versions of an image for different display/device scenarios.</a:t>
            </a:r>
          </a:p>
        </p:txBody>
      </p:sp>
      <p:pic>
        <p:nvPicPr>
          <p:cNvPr id="5" name="Picture 4" descr="A person holding a camera&#10;&#10;Description automatically generated">
            <a:extLst>
              <a:ext uri="{FF2B5EF4-FFF2-40B4-BE49-F238E27FC236}">
                <a16:creationId xmlns:a16="http://schemas.microsoft.com/office/drawing/2014/main" id="{1518087B-860B-C62A-BF56-B2C8ADFE2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608" y="-200042"/>
            <a:ext cx="6027935" cy="339071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E75404B-017B-A67B-F209-C3C6405F2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solidFill>
                  <a:schemeClr val="bg2"/>
                </a:solidFill>
                <a:ea typeface="Roboto Mono" panose="00000009000000000000" pitchFamily="49" charset="0"/>
              </a:rPr>
              <a:t>Picture Tag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78B6C9-8A91-96EA-46E2-511D51153B97}"/>
              </a:ext>
            </a:extLst>
          </p:cNvPr>
          <p:cNvSpPr/>
          <p:nvPr/>
        </p:nvSpPr>
        <p:spPr>
          <a:xfrm>
            <a:off x="2322443" y="3429000"/>
            <a:ext cx="7547114" cy="3074440"/>
          </a:xfrm>
          <a:prstGeom prst="roundRect">
            <a:avLst>
              <a:gd name="adj" fmla="val 530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08000" bIns="252000" rtlCol="0" anchor="ctr" anchorCtr="1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&lt;picture&gt;</a:t>
            </a:r>
          </a:p>
          <a:p>
            <a:pPr lvl="8">
              <a:lnSpc>
                <a:spcPct val="150000"/>
              </a:lnSpc>
            </a:pPr>
            <a:r>
              <a:rPr lang="en-US" sz="280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	&lt;source </a:t>
            </a:r>
            <a:r>
              <a:rPr lang="en-US" sz="2800" dirty="0" err="1">
                <a:solidFill>
                  <a:srgbClr val="B9D4B4"/>
                </a:solidFill>
                <a:latin typeface="Syne" pitchFamily="2" charset="0"/>
                <a:ea typeface="Roboto Mono" panose="00000009000000000000" pitchFamily="49" charset="0"/>
              </a:rPr>
              <a:t>srcset</a:t>
            </a:r>
            <a:r>
              <a:rPr lang="en-US" sz="280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="</a:t>
            </a:r>
            <a:r>
              <a:rPr lang="en-US" sz="2800" dirty="0">
                <a:solidFill>
                  <a:schemeClr val="tx1"/>
                </a:solidFill>
                <a:latin typeface="Syne" pitchFamily="2" charset="0"/>
                <a:ea typeface="Roboto Mono" panose="00000009000000000000" pitchFamily="49" charset="0"/>
              </a:rPr>
              <a:t>/</a:t>
            </a:r>
            <a:r>
              <a:rPr lang="en-US" sz="2800" dirty="0" err="1">
                <a:solidFill>
                  <a:schemeClr val="tx1"/>
                </a:solidFill>
                <a:latin typeface="Syne" pitchFamily="2" charset="0"/>
                <a:ea typeface="Roboto Mono" panose="00000009000000000000" pitchFamily="49" charset="0"/>
              </a:rPr>
              <a:t>thapa.webp</a:t>
            </a:r>
            <a:r>
              <a:rPr lang="en-US" sz="280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"&gt;</a:t>
            </a:r>
          </a:p>
          <a:p>
            <a:pPr lvl="8">
              <a:lnSpc>
                <a:spcPct val="150000"/>
              </a:lnSpc>
            </a:pPr>
            <a:r>
              <a:rPr lang="en-US" sz="280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	&lt;source </a:t>
            </a:r>
            <a:r>
              <a:rPr lang="en-US" sz="2800" dirty="0" err="1">
                <a:solidFill>
                  <a:srgbClr val="B9D4B4"/>
                </a:solidFill>
                <a:latin typeface="Syne" pitchFamily="2" charset="0"/>
                <a:ea typeface="Roboto Mono" panose="00000009000000000000" pitchFamily="49" charset="0"/>
              </a:rPr>
              <a:t>srcset</a:t>
            </a:r>
            <a:r>
              <a:rPr lang="en-US" sz="280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="</a:t>
            </a:r>
            <a:r>
              <a:rPr lang="en-US" sz="2800" dirty="0">
                <a:solidFill>
                  <a:schemeClr val="tx1"/>
                </a:solidFill>
                <a:latin typeface="Syne" pitchFamily="2" charset="0"/>
                <a:ea typeface="Roboto Mono" panose="00000009000000000000" pitchFamily="49" charset="0"/>
              </a:rPr>
              <a:t>/thapa.png</a:t>
            </a:r>
            <a:r>
              <a:rPr lang="en-US" sz="280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"&gt;</a:t>
            </a:r>
          </a:p>
          <a:p>
            <a:pPr lvl="8">
              <a:lnSpc>
                <a:spcPct val="150000"/>
              </a:lnSpc>
            </a:pPr>
            <a:r>
              <a:rPr lang="en-US" sz="280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	&lt;</a:t>
            </a:r>
            <a:r>
              <a:rPr lang="en-US" sz="2800" dirty="0" err="1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img</a:t>
            </a:r>
            <a:r>
              <a:rPr lang="en-US" sz="280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 </a:t>
            </a:r>
            <a:r>
              <a:rPr lang="en-US" sz="2800" dirty="0" err="1">
                <a:solidFill>
                  <a:srgbClr val="B9D4B4"/>
                </a:solidFill>
                <a:latin typeface="Syne" pitchFamily="2" charset="0"/>
                <a:ea typeface="Roboto Mono" panose="00000009000000000000" pitchFamily="49" charset="0"/>
              </a:rPr>
              <a:t>src</a:t>
            </a:r>
            <a:r>
              <a:rPr lang="en-US" sz="280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="</a:t>
            </a:r>
            <a:r>
              <a:rPr lang="en-US" sz="2800" dirty="0">
                <a:solidFill>
                  <a:schemeClr val="tx1"/>
                </a:solidFill>
                <a:latin typeface="Syne" pitchFamily="2" charset="0"/>
                <a:ea typeface="Roboto Mono" panose="00000009000000000000" pitchFamily="49" charset="0"/>
              </a:rPr>
              <a:t>/thapa.jpg</a:t>
            </a:r>
            <a:r>
              <a:rPr lang="en-US" sz="280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“ </a:t>
            </a:r>
            <a:r>
              <a:rPr lang="en-US" sz="2800" dirty="0">
                <a:solidFill>
                  <a:srgbClr val="B9D4B4"/>
                </a:solidFill>
                <a:latin typeface="Syne" pitchFamily="2" charset="0"/>
                <a:ea typeface="Roboto Mono" panose="00000009000000000000" pitchFamily="49" charset="0"/>
              </a:rPr>
              <a:t>alt</a:t>
            </a:r>
            <a:r>
              <a:rPr lang="en-US" sz="280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=“”/&gt;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&lt;/picture&gt;</a:t>
            </a:r>
          </a:p>
        </p:txBody>
      </p:sp>
    </p:spTree>
    <p:extLst>
      <p:ext uri="{BB962C8B-B14F-4D97-AF65-F5344CB8AC3E}">
        <p14:creationId xmlns:p14="http://schemas.microsoft.com/office/powerpoint/2010/main" val="120400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of a child reading a book&#10;&#10;Description automatically generated">
            <a:extLst>
              <a:ext uri="{FF2B5EF4-FFF2-40B4-BE49-F238E27FC236}">
                <a16:creationId xmlns:a16="http://schemas.microsoft.com/office/drawing/2014/main" id="{43848D87-C31C-BDBA-D7CC-DCEC8F3A1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156" y="-459684"/>
            <a:ext cx="6559825" cy="368990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FE6F12A-6D87-8A52-870F-3B8197667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solidFill>
                  <a:schemeClr val="bg2"/>
                </a:solidFill>
                <a:ea typeface="Roboto Mono" panose="00000009000000000000" pitchFamily="49" charset="0"/>
              </a:rPr>
              <a:t>Figure Tag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B40D24D-39A7-C9BF-7DD2-00A79915C425}"/>
              </a:ext>
            </a:extLst>
          </p:cNvPr>
          <p:cNvSpPr/>
          <p:nvPr/>
        </p:nvSpPr>
        <p:spPr>
          <a:xfrm>
            <a:off x="2322443" y="3409122"/>
            <a:ext cx="7547114" cy="3074440"/>
          </a:xfrm>
          <a:prstGeom prst="roundRect">
            <a:avLst>
              <a:gd name="adj" fmla="val 530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08000" bIns="252000" rtlCol="0" anchor="ctr" anchorCtr="1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  <a:cs typeface="Arial"/>
              </a:rPr>
              <a:t>&lt;figure&gt;</a:t>
            </a:r>
            <a:endParaRPr lang="en-IN" sz="2000" spc="70" dirty="0">
              <a:solidFill>
                <a:srgbClr val="BA94E9"/>
              </a:solidFill>
              <a:latin typeface="Syne" pitchFamily="2" charset="0"/>
              <a:ea typeface="Roboto Mono" panose="00000009000000000000" pitchFamily="49" charset="0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sz="20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  <a:cs typeface="Arial"/>
              </a:rPr>
              <a:t>	 &lt;</a:t>
            </a:r>
            <a:r>
              <a:rPr lang="en-US" sz="2000" spc="70" dirty="0" err="1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  <a:cs typeface="Arial"/>
              </a:rPr>
              <a:t>img</a:t>
            </a:r>
            <a:r>
              <a:rPr lang="en-US" sz="20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  <a:cs typeface="Arial"/>
              </a:rPr>
              <a:t> </a:t>
            </a:r>
            <a:r>
              <a:rPr lang="en-US" sz="2000" spc="70" dirty="0" err="1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  <a:cs typeface="Arial"/>
              </a:rPr>
              <a:t>src</a:t>
            </a:r>
            <a:r>
              <a:rPr lang="en-US" sz="20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  <a:cs typeface="Arial"/>
              </a:rPr>
              <a:t>="/</a:t>
            </a:r>
            <a:r>
              <a:rPr lang="en-US" sz="2000" spc="70" dirty="0">
                <a:solidFill>
                  <a:schemeClr val="tx1"/>
                </a:solidFill>
                <a:latin typeface="Syne" pitchFamily="2" charset="0"/>
                <a:ea typeface="Roboto Mono" panose="00000009000000000000" pitchFamily="49" charset="0"/>
                <a:cs typeface="Arial"/>
              </a:rPr>
              <a:t>thapa.png</a:t>
            </a:r>
            <a:r>
              <a:rPr lang="en-US" sz="20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  <a:cs typeface="Arial"/>
              </a:rPr>
              <a:t>“ alt=“”/&gt; </a:t>
            </a:r>
            <a:endParaRPr lang="en-IN" sz="2000" spc="70" dirty="0">
              <a:solidFill>
                <a:srgbClr val="BA94E9"/>
              </a:solidFill>
              <a:latin typeface="Syne" pitchFamily="2" charset="0"/>
              <a:ea typeface="Roboto Mono" panose="00000009000000000000" pitchFamily="49" charset="0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sz="20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  <a:cs typeface="Arial"/>
              </a:rPr>
              <a:t>	&lt;</a:t>
            </a:r>
            <a:r>
              <a:rPr lang="en-US" sz="2000" spc="70" dirty="0" err="1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  <a:cs typeface="Arial"/>
              </a:rPr>
              <a:t>figcaption</a:t>
            </a:r>
            <a:r>
              <a:rPr lang="en-US" sz="20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  <a:cs typeface="Arial"/>
              </a:rPr>
              <a:t>&gt; </a:t>
            </a:r>
            <a:r>
              <a:rPr lang="en-US" sz="2000" spc="70" dirty="0">
                <a:solidFill>
                  <a:schemeClr val="tx1"/>
                </a:solidFill>
                <a:latin typeface="Syne" pitchFamily="2" charset="0"/>
                <a:ea typeface="Roboto Mono" panose="00000009000000000000" pitchFamily="49" charset="0"/>
                <a:cs typeface="Arial"/>
              </a:rPr>
              <a:t>Best HTML Course </a:t>
            </a:r>
            <a:r>
              <a:rPr lang="en-US" sz="20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  <a:cs typeface="Arial"/>
              </a:rPr>
              <a:t>&lt;/</a:t>
            </a:r>
            <a:r>
              <a:rPr lang="en-US" sz="2000" spc="70" dirty="0" err="1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  <a:cs typeface="Arial"/>
              </a:rPr>
              <a:t>figcaption</a:t>
            </a:r>
            <a:r>
              <a:rPr lang="en-US" sz="20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  <a:cs typeface="Arial"/>
              </a:rPr>
              <a:t>&gt;	</a:t>
            </a:r>
            <a:endParaRPr lang="en-IN" sz="2000" spc="70" dirty="0">
              <a:solidFill>
                <a:srgbClr val="BA94E9"/>
              </a:solidFill>
              <a:latin typeface="Syne" pitchFamily="2" charset="0"/>
              <a:ea typeface="Roboto Mono" panose="00000009000000000000" pitchFamily="49" charset="0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sz="20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  <a:cs typeface="Arial"/>
              </a:rPr>
              <a:t>&lt;/figure&gt;</a:t>
            </a:r>
            <a:endParaRPr lang="en-IN" sz="2000" spc="70" dirty="0">
              <a:solidFill>
                <a:srgbClr val="BA94E9"/>
              </a:solidFill>
              <a:latin typeface="Syne" pitchFamily="2" charset="0"/>
              <a:ea typeface="Roboto Mono" panose="00000009000000000000" pitchFamily="49" charset="0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CDE5ED-1E1A-4400-13FB-04594E360215}"/>
              </a:ext>
            </a:extLst>
          </p:cNvPr>
          <p:cNvSpPr txBox="1"/>
          <p:nvPr/>
        </p:nvSpPr>
        <p:spPr>
          <a:xfrm>
            <a:off x="2047099" y="1797775"/>
            <a:ext cx="7623675" cy="143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pc="70" dirty="0">
                <a:solidFill>
                  <a:srgbClr val="16242F"/>
                </a:solidFill>
                <a:latin typeface="Syne" pitchFamily="2" charset="0"/>
                <a:ea typeface="Roboto Mono" panose="00000009000000000000" pitchFamily="49" charset="0"/>
              </a:rPr>
              <a:t>The </a:t>
            </a:r>
            <a:r>
              <a:rPr lang="en-US" sz="20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&lt;figure&gt; </a:t>
            </a:r>
            <a:r>
              <a:rPr lang="en-US" sz="2000" spc="70" dirty="0">
                <a:solidFill>
                  <a:srgbClr val="16242F"/>
                </a:solidFill>
                <a:latin typeface="Syne" pitchFamily="2" charset="0"/>
                <a:ea typeface="Roboto Mono" panose="00000009000000000000" pitchFamily="49" charset="0"/>
              </a:rPr>
              <a:t>HTML element represents self-contained </a:t>
            </a:r>
            <a:r>
              <a:rPr lang="en-US" sz="2000" spc="70" dirty="0" err="1">
                <a:solidFill>
                  <a:srgbClr val="16242F"/>
                </a:solidFill>
                <a:latin typeface="Syne" pitchFamily="2" charset="0"/>
                <a:ea typeface="Roboto Mono" panose="00000009000000000000" pitchFamily="49" charset="0"/>
              </a:rPr>
              <a:t>content,potentially</a:t>
            </a:r>
            <a:r>
              <a:rPr lang="en-US" sz="2000" spc="70" dirty="0">
                <a:solidFill>
                  <a:srgbClr val="16242F"/>
                </a:solidFill>
                <a:latin typeface="Syne" pitchFamily="2" charset="0"/>
                <a:ea typeface="Roboto Mono" panose="00000009000000000000" pitchFamily="49" charset="0"/>
              </a:rPr>
              <a:t> with an optional caption, which is specified using the &lt;</a:t>
            </a:r>
            <a:r>
              <a:rPr lang="en-US" sz="2000" spc="70" dirty="0" err="1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figcaption</a:t>
            </a:r>
            <a:r>
              <a:rPr lang="en-US" sz="20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&gt; </a:t>
            </a:r>
            <a:r>
              <a:rPr lang="en-US" sz="2000" spc="70" dirty="0">
                <a:solidFill>
                  <a:srgbClr val="16242F"/>
                </a:solidFill>
                <a:latin typeface="Syne" pitchFamily="2" charset="0"/>
                <a:ea typeface="Roboto Mono" panose="00000009000000000000" pitchFamily="49" charset="0"/>
              </a:rPr>
              <a:t>element.</a:t>
            </a:r>
          </a:p>
        </p:txBody>
      </p:sp>
    </p:spTree>
    <p:extLst>
      <p:ext uri="{BB962C8B-B14F-4D97-AF65-F5344CB8AC3E}">
        <p14:creationId xmlns:p14="http://schemas.microsoft.com/office/powerpoint/2010/main" val="340464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7"/>
          <p:cNvSpPr txBox="1">
            <a:spLocks noGrp="1"/>
          </p:cNvSpPr>
          <p:nvPr>
            <p:ph type="body" idx="2"/>
          </p:nvPr>
        </p:nvSpPr>
        <p:spPr>
          <a:xfrm>
            <a:off x="6740236" y="1867073"/>
            <a:ext cx="4378037" cy="42150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B9D4B4"/>
                </a:solidFill>
              </a:rPr>
              <a:t>Unordered Lists &lt;</a:t>
            </a:r>
            <a:r>
              <a:rPr lang="en-US" dirty="0" err="1">
                <a:solidFill>
                  <a:srgbClr val="B9D4B4"/>
                </a:solidFill>
              </a:rPr>
              <a:t>ul</a:t>
            </a:r>
            <a:r>
              <a:rPr lang="en-US" dirty="0">
                <a:solidFill>
                  <a:srgbClr val="B9D4B4"/>
                </a:solidFill>
              </a:rPr>
              <a:t>&gt;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sz="1600" b="0" dirty="0">
                <a:solidFill>
                  <a:srgbClr val="EEFFFF"/>
                </a:solidFill>
                <a:effectLst/>
                <a:latin typeface="Fira code" panose="020B0809050000020004" pitchFamily="49" charset="0"/>
              </a:rPr>
              <a:t>An unordered list is used to create a list of items that are not in any particular order. Each list item is marked with a bullet point.</a:t>
            </a:r>
          </a:p>
          <a:p>
            <a:pPr marL="0" indent="0">
              <a:buNone/>
            </a:pPr>
            <a:endParaRPr lang="en-US" sz="1800" b="0" dirty="0">
              <a:solidFill>
                <a:srgbClr val="EEFFFF"/>
              </a:solidFill>
              <a:effectLst/>
              <a:latin typeface="Fira code" panose="020B08090500000200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BA94E9"/>
                </a:solidFill>
              </a:rPr>
              <a:t>&lt;ul&gt;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BA94E9"/>
                </a:solidFill>
              </a:rPr>
              <a:t>  &lt;li&gt; </a:t>
            </a:r>
            <a:r>
              <a:rPr lang="it-IT" dirty="0">
                <a:solidFill>
                  <a:schemeClr val="bg2"/>
                </a:solidFill>
              </a:rPr>
              <a:t>Apple</a:t>
            </a:r>
            <a:r>
              <a:rPr lang="it-IT" dirty="0">
                <a:solidFill>
                  <a:srgbClr val="BA94E9"/>
                </a:solidFill>
              </a:rPr>
              <a:t> &lt;/li&gt;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BA94E9"/>
                </a:solidFill>
              </a:rPr>
              <a:t>  &lt;li&gt; </a:t>
            </a:r>
            <a:r>
              <a:rPr lang="it-IT" dirty="0">
                <a:solidFill>
                  <a:schemeClr val="bg2"/>
                </a:solidFill>
              </a:rPr>
              <a:t>Orange</a:t>
            </a:r>
            <a:r>
              <a:rPr lang="it-IT" dirty="0">
                <a:solidFill>
                  <a:srgbClr val="BA94E9"/>
                </a:solidFill>
              </a:rPr>
              <a:t> &lt;/li&gt;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BA94E9"/>
                </a:solidFill>
              </a:rPr>
              <a:t>  &lt;li&gt; </a:t>
            </a:r>
            <a:r>
              <a:rPr lang="it-IT" dirty="0">
                <a:solidFill>
                  <a:schemeClr val="bg2"/>
                </a:solidFill>
              </a:rPr>
              <a:t>Banana</a:t>
            </a:r>
            <a:r>
              <a:rPr lang="it-IT" dirty="0">
                <a:solidFill>
                  <a:srgbClr val="BA94E9"/>
                </a:solidFill>
              </a:rPr>
              <a:t> &lt;/li&gt;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BA94E9"/>
                </a:solidFill>
              </a:rPr>
              <a:t>&lt;/ul&gt;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426" name="Google Shape;426;p27"/>
          <p:cNvSpPr txBox="1">
            <a:spLocks noGrp="1"/>
          </p:cNvSpPr>
          <p:nvPr>
            <p:ph type="body" idx="1"/>
          </p:nvPr>
        </p:nvSpPr>
        <p:spPr>
          <a:xfrm>
            <a:off x="1297365" y="2005618"/>
            <a:ext cx="4154400" cy="359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B9D4B4"/>
                </a:solidFill>
              </a:rPr>
              <a:t>Ordered Lists &lt;</a:t>
            </a:r>
            <a:r>
              <a:rPr lang="en-US" dirty="0" err="1">
                <a:solidFill>
                  <a:srgbClr val="B9D4B4"/>
                </a:solidFill>
              </a:rPr>
              <a:t>ol</a:t>
            </a:r>
            <a:r>
              <a:rPr lang="en-US" dirty="0">
                <a:solidFill>
                  <a:srgbClr val="B9D4B4"/>
                </a:solidFill>
              </a:rPr>
              <a:t>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buNone/>
            </a:pPr>
            <a:r>
              <a:rPr lang="en-US" sz="1600" b="0" dirty="0">
                <a:solidFill>
                  <a:srgbClr val="EEFFFF"/>
                </a:solidFill>
                <a:effectLst/>
                <a:latin typeface="Fira code" panose="020B0809050000020004" pitchFamily="49" charset="0"/>
              </a:rPr>
              <a:t>An ordered list is used to create a list of items in a specific order, typically indicated by numbers.</a:t>
            </a:r>
          </a:p>
          <a:p>
            <a:pPr marL="0" indent="0">
              <a:buNone/>
            </a:pPr>
            <a:endParaRPr lang="en-US" sz="1600" b="0" dirty="0">
              <a:solidFill>
                <a:srgbClr val="EEFFFF"/>
              </a:solidFill>
              <a:effectLst/>
              <a:latin typeface="Fira code" panose="020B08090500000200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BA94E9"/>
                </a:solidFill>
              </a:rPr>
              <a:t>&lt;ol&gt;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BA94E9"/>
                </a:solidFill>
              </a:rPr>
              <a:t>  &lt;li&gt; </a:t>
            </a:r>
            <a:r>
              <a:rPr lang="it-IT" dirty="0">
                <a:solidFill>
                  <a:schemeClr val="bg2"/>
                </a:solidFill>
              </a:rPr>
              <a:t>First item </a:t>
            </a:r>
            <a:r>
              <a:rPr lang="it-IT" dirty="0">
                <a:solidFill>
                  <a:srgbClr val="BA94E9"/>
                </a:solidFill>
              </a:rPr>
              <a:t>&lt;/li&gt;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BA94E9"/>
                </a:solidFill>
              </a:rPr>
              <a:t>  &lt;li&gt; </a:t>
            </a:r>
            <a:r>
              <a:rPr lang="it-IT" dirty="0">
                <a:solidFill>
                  <a:schemeClr val="bg2"/>
                </a:solidFill>
              </a:rPr>
              <a:t>Second item </a:t>
            </a:r>
            <a:r>
              <a:rPr lang="it-IT" dirty="0">
                <a:solidFill>
                  <a:srgbClr val="BA94E9"/>
                </a:solidFill>
              </a:rPr>
              <a:t>&lt;/li&gt;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BA94E9"/>
                </a:solidFill>
              </a:rPr>
              <a:t>  &lt;li&gt; </a:t>
            </a:r>
            <a:r>
              <a:rPr lang="it-IT" dirty="0">
                <a:solidFill>
                  <a:schemeClr val="bg2"/>
                </a:solidFill>
              </a:rPr>
              <a:t>Third item </a:t>
            </a:r>
            <a:r>
              <a:rPr lang="it-IT" dirty="0">
                <a:solidFill>
                  <a:srgbClr val="BA94E9"/>
                </a:solidFill>
              </a:rPr>
              <a:t>&lt;/li&gt;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BA94E9"/>
                </a:solidFill>
              </a:rPr>
              <a:t>&lt;/ol&gt;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411;p25">
            <a:extLst>
              <a:ext uri="{FF2B5EF4-FFF2-40B4-BE49-F238E27FC236}">
                <a16:creationId xmlns:a16="http://schemas.microsoft.com/office/drawing/2014/main" id="{F6EE06B5-0AA9-684E-D6B4-D5B73E6E4EC6}"/>
              </a:ext>
            </a:extLst>
          </p:cNvPr>
          <p:cNvSpPr txBox="1">
            <a:spLocks/>
          </p:cNvSpPr>
          <p:nvPr/>
        </p:nvSpPr>
        <p:spPr>
          <a:xfrm>
            <a:off x="3943919" y="153423"/>
            <a:ext cx="3599651" cy="94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6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US" sz="4800" dirty="0">
                <a:solidFill>
                  <a:srgbClr val="FFC00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sz="4800" dirty="0">
                <a:solidFill>
                  <a:schemeClr val="tx1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Lists</a:t>
            </a:r>
          </a:p>
          <a:p>
            <a:endParaRPr lang="en-US" sz="4800" dirty="0">
              <a:solidFill>
                <a:schemeClr val="tx1"/>
              </a:solidFill>
              <a:latin typeface="Mont Heavy DEMO" panose="00000A00000000000000" pitchFamily="50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  <p:pic>
        <p:nvPicPr>
          <p:cNvPr id="4" name="Picture 3" descr="A person and a child looking at a paper&#10;&#10;Description automatically generated">
            <a:extLst>
              <a:ext uri="{FF2B5EF4-FFF2-40B4-BE49-F238E27FC236}">
                <a16:creationId xmlns:a16="http://schemas.microsoft.com/office/drawing/2014/main" id="{6783F645-DCB4-B59B-EF0D-8D8074981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904" y="-262146"/>
            <a:ext cx="5095461" cy="28661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" grpId="0" build="p"/>
      <p:bldP spid="426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"/>
          <p:cNvSpPr txBox="1">
            <a:spLocks noGrp="1"/>
          </p:cNvSpPr>
          <p:nvPr>
            <p:ph type="subTitle" idx="2"/>
          </p:nvPr>
        </p:nvSpPr>
        <p:spPr>
          <a:xfrm>
            <a:off x="1293758" y="2288838"/>
            <a:ext cx="9755100" cy="27324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2400" b="1" spc="80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Unordered List (</a:t>
            </a:r>
            <a:r>
              <a:rPr lang="en-US" sz="2400" b="1" spc="80" dirty="0">
                <a:solidFill>
                  <a:srgbClr val="89DDFF"/>
                </a:solidFill>
                <a:effectLst/>
                <a:ea typeface="Roboto Mono" panose="00000009000000000000" pitchFamily="49" charset="0"/>
              </a:rPr>
              <a:t>&lt;</a:t>
            </a:r>
            <a:r>
              <a:rPr lang="en-US" sz="2400" b="1" spc="80" dirty="0" err="1">
                <a:solidFill>
                  <a:srgbClr val="F07178"/>
                </a:solidFill>
                <a:effectLst/>
                <a:ea typeface="Roboto Mono" panose="00000009000000000000" pitchFamily="49" charset="0"/>
              </a:rPr>
              <a:t>ul</a:t>
            </a:r>
            <a:r>
              <a:rPr lang="en-US" sz="2400" b="1" spc="80" dirty="0">
                <a:solidFill>
                  <a:srgbClr val="89DDFF"/>
                </a:solidFill>
                <a:effectLst/>
                <a:ea typeface="Roboto Mono" panose="00000009000000000000" pitchFamily="49" charset="0"/>
              </a:rPr>
              <a:t>&gt;</a:t>
            </a:r>
            <a:r>
              <a:rPr lang="en-US" sz="2400" b="1" spc="80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) Styles:</a:t>
            </a:r>
          </a:p>
          <a:p>
            <a:pPr>
              <a:lnSpc>
                <a:spcPct val="150000"/>
              </a:lnSpc>
            </a:pPr>
            <a:endParaRPr lang="en-US" sz="2400" spc="80" dirty="0">
              <a:solidFill>
                <a:srgbClr val="EEFFFF"/>
              </a:solidFill>
              <a:ea typeface="Roboto Mono" panose="00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spc="80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Disc (</a:t>
            </a:r>
            <a:r>
              <a:rPr lang="en-US" sz="2400" spc="80" dirty="0">
                <a:solidFill>
                  <a:srgbClr val="B9D4B4"/>
                </a:solidFill>
                <a:effectLst/>
                <a:ea typeface="Roboto Mono" panose="00000009000000000000" pitchFamily="49" charset="0"/>
              </a:rPr>
              <a:t>list-style-type: disc;</a:t>
            </a:r>
            <a:r>
              <a:rPr lang="en-US" sz="2400" spc="80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): Default style - filled circles.</a:t>
            </a:r>
          </a:p>
          <a:p>
            <a:pPr>
              <a:lnSpc>
                <a:spcPct val="150000"/>
              </a:lnSpc>
            </a:pPr>
            <a:r>
              <a:rPr lang="en-US" sz="2400" spc="80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Circle (</a:t>
            </a:r>
            <a:r>
              <a:rPr lang="en-US" sz="2400" spc="80" dirty="0">
                <a:solidFill>
                  <a:srgbClr val="B9D4B4"/>
                </a:solidFill>
                <a:effectLst/>
                <a:ea typeface="Roboto Mono" panose="00000009000000000000" pitchFamily="49" charset="0"/>
              </a:rPr>
              <a:t>list-style-type: circle;</a:t>
            </a:r>
            <a:r>
              <a:rPr lang="en-US" sz="2400" spc="80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): Hollow circles.</a:t>
            </a:r>
          </a:p>
          <a:p>
            <a:pPr>
              <a:lnSpc>
                <a:spcPct val="150000"/>
              </a:lnSpc>
            </a:pPr>
            <a:r>
              <a:rPr lang="en-US" sz="2400" spc="80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Square (</a:t>
            </a:r>
            <a:r>
              <a:rPr lang="en-US" sz="2400" spc="80" dirty="0">
                <a:solidFill>
                  <a:srgbClr val="B9D4B4"/>
                </a:solidFill>
                <a:effectLst/>
                <a:ea typeface="Roboto Mono" panose="00000009000000000000" pitchFamily="49" charset="0"/>
              </a:rPr>
              <a:t>list-style-type: square;</a:t>
            </a:r>
            <a:r>
              <a:rPr lang="en-US" sz="2400" spc="80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): Squares.</a:t>
            </a:r>
          </a:p>
          <a:p>
            <a:pPr>
              <a:lnSpc>
                <a:spcPct val="150000"/>
              </a:lnSpc>
            </a:pPr>
            <a:r>
              <a:rPr lang="en-US" sz="2400" spc="80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None (</a:t>
            </a:r>
            <a:r>
              <a:rPr lang="en-US" sz="2400" spc="80" dirty="0">
                <a:solidFill>
                  <a:srgbClr val="B9D4B4"/>
                </a:solidFill>
                <a:effectLst/>
                <a:ea typeface="Roboto Mono" panose="00000009000000000000" pitchFamily="49" charset="0"/>
              </a:rPr>
              <a:t>list-style-type: none;</a:t>
            </a:r>
            <a:r>
              <a:rPr lang="en-US" sz="2400" spc="80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): No bullet points.</a:t>
            </a:r>
          </a:p>
        </p:txBody>
      </p:sp>
      <p:pic>
        <p:nvPicPr>
          <p:cNvPr id="3" name="Picture 2" descr="A person and a child pointing at a sign&#10;&#10;Description automatically generated">
            <a:extLst>
              <a:ext uri="{FF2B5EF4-FFF2-40B4-BE49-F238E27FC236}">
                <a16:creationId xmlns:a16="http://schemas.microsoft.com/office/drawing/2014/main" id="{7BE1185A-7B1D-E532-3031-52AD49986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50" y="-82826"/>
            <a:ext cx="6096000" cy="3429000"/>
          </a:xfrm>
          <a:prstGeom prst="rect">
            <a:avLst/>
          </a:prstGeom>
        </p:spPr>
      </p:pic>
      <p:sp>
        <p:nvSpPr>
          <p:cNvPr id="5" name="Google Shape;440;p29">
            <a:extLst>
              <a:ext uri="{FF2B5EF4-FFF2-40B4-BE49-F238E27FC236}">
                <a16:creationId xmlns:a16="http://schemas.microsoft.com/office/drawing/2014/main" id="{580AD838-6691-D779-016A-1AEF593142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  <a:latin typeface="Mont Heavy DEMO" panose="00000A00000000000000" pitchFamily="50" charset="0"/>
              </a:rPr>
              <a:t>DID YOU </a:t>
            </a:r>
            <a:r>
              <a:rPr lang="en" sz="6000" dirty="0">
                <a:solidFill>
                  <a:schemeClr val="accent2"/>
                </a:solidFill>
                <a:latin typeface="Mont Heavy DEMO" panose="00000A00000000000000" pitchFamily="50" charset="0"/>
              </a:rPr>
              <a:t>KNOW?</a:t>
            </a:r>
            <a:endParaRPr sz="6000" dirty="0">
              <a:solidFill>
                <a:schemeClr val="accent2"/>
              </a:solidFill>
              <a:latin typeface="Mont Heavy DEMO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27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"/>
          <p:cNvSpPr txBox="1">
            <a:spLocks noGrp="1"/>
          </p:cNvSpPr>
          <p:nvPr>
            <p:ph type="subTitle" idx="2"/>
          </p:nvPr>
        </p:nvSpPr>
        <p:spPr>
          <a:xfrm>
            <a:off x="917863" y="2533853"/>
            <a:ext cx="10356273" cy="243992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2000" b="1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Ordered List (</a:t>
            </a:r>
            <a:r>
              <a:rPr lang="en-US" sz="2000" b="1" dirty="0">
                <a:solidFill>
                  <a:srgbClr val="89DDFF"/>
                </a:solidFill>
                <a:effectLst/>
                <a:ea typeface="Roboto Mono" panose="00000009000000000000" pitchFamily="49" charset="0"/>
              </a:rPr>
              <a:t>&lt;</a:t>
            </a:r>
            <a:r>
              <a:rPr lang="en-US" sz="2000" b="1" dirty="0" err="1">
                <a:solidFill>
                  <a:srgbClr val="F07178"/>
                </a:solidFill>
                <a:effectLst/>
                <a:ea typeface="Roboto Mono" panose="00000009000000000000" pitchFamily="49" charset="0"/>
              </a:rPr>
              <a:t>ol</a:t>
            </a:r>
            <a:r>
              <a:rPr lang="en-US" sz="2000" b="1" dirty="0">
                <a:solidFill>
                  <a:srgbClr val="89DDFF"/>
                </a:solidFill>
                <a:effectLst/>
                <a:ea typeface="Roboto Mono" panose="00000009000000000000" pitchFamily="49" charset="0"/>
              </a:rPr>
              <a:t>&gt;</a:t>
            </a:r>
            <a:r>
              <a:rPr lang="en-US" sz="2000" b="1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) Styles:</a:t>
            </a:r>
          </a:p>
          <a:p>
            <a:endParaRPr lang="en-US" b="0" dirty="0">
              <a:solidFill>
                <a:srgbClr val="EEFFFF"/>
              </a:solidFill>
              <a:effectLst/>
              <a:ea typeface="Roboto Mono" panose="00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spc="80" dirty="0">
                <a:solidFill>
                  <a:srgbClr val="EEFFFF"/>
                </a:solidFill>
                <a:ea typeface="Roboto Mono" panose="00000009000000000000" pitchFamily="49" charset="0"/>
              </a:rPr>
              <a:t>Decimal (</a:t>
            </a:r>
            <a:r>
              <a:rPr lang="en-US" sz="2000" spc="80" dirty="0">
                <a:solidFill>
                  <a:schemeClr val="accent3"/>
                </a:solidFill>
                <a:ea typeface="Roboto Mono" panose="00000009000000000000" pitchFamily="49" charset="0"/>
              </a:rPr>
              <a:t>list-style-type: decimal;</a:t>
            </a:r>
            <a:r>
              <a:rPr lang="en-US" sz="2000" spc="80" dirty="0">
                <a:solidFill>
                  <a:srgbClr val="EEFFFF"/>
                </a:solidFill>
                <a:ea typeface="Roboto Mono" panose="00000009000000000000" pitchFamily="49" charset="0"/>
              </a:rPr>
              <a:t>) : Default style - decimal numbers.</a:t>
            </a:r>
          </a:p>
          <a:p>
            <a:pPr>
              <a:lnSpc>
                <a:spcPct val="150000"/>
              </a:lnSpc>
            </a:pPr>
            <a:r>
              <a:rPr lang="en-US" sz="2000" spc="80" dirty="0">
                <a:solidFill>
                  <a:srgbClr val="EEFFFF"/>
                </a:solidFill>
                <a:ea typeface="Roboto Mono" panose="00000009000000000000" pitchFamily="49" charset="0"/>
              </a:rPr>
              <a:t>Lowercase Letters (</a:t>
            </a:r>
            <a:r>
              <a:rPr lang="en-US" sz="2000" spc="80" dirty="0">
                <a:solidFill>
                  <a:schemeClr val="accent3"/>
                </a:solidFill>
                <a:ea typeface="Roboto Mono" panose="00000009000000000000" pitchFamily="49" charset="0"/>
              </a:rPr>
              <a:t>list-style-type: lower-alpha;</a:t>
            </a:r>
            <a:r>
              <a:rPr lang="en-US" sz="2000" spc="80" dirty="0">
                <a:solidFill>
                  <a:srgbClr val="EEFFFF"/>
                </a:solidFill>
                <a:ea typeface="Roboto Mono" panose="00000009000000000000" pitchFamily="49" charset="0"/>
              </a:rPr>
              <a:t>) : Lowercase letters (a, b, c).</a:t>
            </a:r>
          </a:p>
          <a:p>
            <a:pPr>
              <a:lnSpc>
                <a:spcPct val="150000"/>
              </a:lnSpc>
            </a:pPr>
            <a:r>
              <a:rPr lang="en-US" sz="2000" spc="80" dirty="0">
                <a:solidFill>
                  <a:srgbClr val="EEFFFF"/>
                </a:solidFill>
                <a:ea typeface="Roboto Mono" panose="00000009000000000000" pitchFamily="49" charset="0"/>
              </a:rPr>
              <a:t>Uppercase Letters (</a:t>
            </a:r>
            <a:r>
              <a:rPr lang="en-US" sz="2000" spc="80" dirty="0">
                <a:solidFill>
                  <a:schemeClr val="accent3"/>
                </a:solidFill>
                <a:ea typeface="Roboto Mono" panose="00000009000000000000" pitchFamily="49" charset="0"/>
              </a:rPr>
              <a:t>list-style-type: upper-alpha;</a:t>
            </a:r>
            <a:r>
              <a:rPr lang="en-US" sz="2000" spc="80" dirty="0">
                <a:solidFill>
                  <a:srgbClr val="EEFFFF"/>
                </a:solidFill>
                <a:ea typeface="Roboto Mono" panose="00000009000000000000" pitchFamily="49" charset="0"/>
              </a:rPr>
              <a:t>) : Uppercase letters (A, B, C).</a:t>
            </a:r>
          </a:p>
          <a:p>
            <a:pPr>
              <a:lnSpc>
                <a:spcPct val="150000"/>
              </a:lnSpc>
            </a:pPr>
            <a:r>
              <a:rPr lang="en-US" sz="2000" spc="80" dirty="0">
                <a:solidFill>
                  <a:srgbClr val="EEFFFF"/>
                </a:solidFill>
                <a:ea typeface="Roboto Mono" panose="00000009000000000000" pitchFamily="49" charset="0"/>
              </a:rPr>
              <a:t>Lowercase Roman Numerals (</a:t>
            </a:r>
            <a:r>
              <a:rPr lang="en-US" sz="2000" spc="80" dirty="0">
                <a:solidFill>
                  <a:schemeClr val="accent3"/>
                </a:solidFill>
                <a:ea typeface="Roboto Mono" panose="00000009000000000000" pitchFamily="49" charset="0"/>
              </a:rPr>
              <a:t>list-style-type: lower-roman;</a:t>
            </a:r>
            <a:r>
              <a:rPr lang="en-US" sz="2000" spc="80" dirty="0">
                <a:solidFill>
                  <a:srgbClr val="EEFFFF"/>
                </a:solidFill>
                <a:ea typeface="Roboto Mono" panose="00000009000000000000" pitchFamily="49" charset="0"/>
              </a:rPr>
              <a:t>) :  (</a:t>
            </a:r>
            <a:r>
              <a:rPr lang="en-US" sz="2000" spc="80" dirty="0" err="1">
                <a:solidFill>
                  <a:srgbClr val="EEFFFF"/>
                </a:solidFill>
                <a:ea typeface="Roboto Mono" panose="00000009000000000000" pitchFamily="49" charset="0"/>
              </a:rPr>
              <a:t>i</a:t>
            </a:r>
            <a:r>
              <a:rPr lang="en-US" sz="2000" spc="80" dirty="0">
                <a:solidFill>
                  <a:srgbClr val="EEFFFF"/>
                </a:solidFill>
                <a:ea typeface="Roboto Mono" panose="00000009000000000000" pitchFamily="49" charset="0"/>
              </a:rPr>
              <a:t>, ii, iii).</a:t>
            </a:r>
          </a:p>
          <a:p>
            <a:pPr>
              <a:lnSpc>
                <a:spcPct val="150000"/>
              </a:lnSpc>
            </a:pPr>
            <a:r>
              <a:rPr lang="en-US" sz="2000" spc="80" dirty="0">
                <a:solidFill>
                  <a:srgbClr val="EEFFFF"/>
                </a:solidFill>
                <a:ea typeface="Roboto Mono" panose="00000009000000000000" pitchFamily="49" charset="0"/>
              </a:rPr>
              <a:t>Uppercase Roman Numerals (</a:t>
            </a:r>
            <a:r>
              <a:rPr lang="en-US" sz="2000" spc="80" dirty="0">
                <a:solidFill>
                  <a:schemeClr val="accent3"/>
                </a:solidFill>
                <a:ea typeface="Roboto Mono" panose="00000009000000000000" pitchFamily="49" charset="0"/>
              </a:rPr>
              <a:t>list-style-type: upper-roman;</a:t>
            </a:r>
            <a:r>
              <a:rPr lang="en-US" sz="2000" spc="80" dirty="0">
                <a:solidFill>
                  <a:srgbClr val="EEFFFF"/>
                </a:solidFill>
                <a:ea typeface="Roboto Mono" panose="00000009000000000000" pitchFamily="49" charset="0"/>
              </a:rPr>
              <a:t>) :  (I, II, III).</a:t>
            </a:r>
          </a:p>
        </p:txBody>
      </p:sp>
      <p:pic>
        <p:nvPicPr>
          <p:cNvPr id="3" name="Picture 2" descr="A person and a child standing next to a pink door&#10;&#10;Description automatically generated">
            <a:extLst>
              <a:ext uri="{FF2B5EF4-FFF2-40B4-BE49-F238E27FC236}">
                <a16:creationId xmlns:a16="http://schemas.microsoft.com/office/drawing/2014/main" id="{373EDE60-4ADA-C3F2-A54F-A2B77A01B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56" y="-83574"/>
            <a:ext cx="6092936" cy="34272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Google Shape;440;p29">
            <a:extLst>
              <a:ext uri="{FF2B5EF4-FFF2-40B4-BE49-F238E27FC236}">
                <a16:creationId xmlns:a16="http://schemas.microsoft.com/office/drawing/2014/main" id="{B40BC726-C1D0-656D-9002-5FADC1F206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150" y="368591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  <a:latin typeface="Mont Heavy DEMO" panose="00000A00000000000000" pitchFamily="50" charset="0"/>
              </a:rPr>
              <a:t>DID YOU </a:t>
            </a:r>
            <a:r>
              <a:rPr lang="en" sz="6000" dirty="0">
                <a:solidFill>
                  <a:schemeClr val="accent2"/>
                </a:solidFill>
                <a:latin typeface="Mont Heavy DEMO" panose="00000A00000000000000" pitchFamily="50" charset="0"/>
              </a:rPr>
              <a:t>KNOW?</a:t>
            </a:r>
            <a:endParaRPr sz="6000" dirty="0">
              <a:solidFill>
                <a:schemeClr val="accent2"/>
              </a:solidFill>
              <a:latin typeface="Mont Heavy DEMO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88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artoon of a person pointing at a checklist&#10;&#10;Description automatically generated">
            <a:extLst>
              <a:ext uri="{FF2B5EF4-FFF2-40B4-BE49-F238E27FC236}">
                <a16:creationId xmlns:a16="http://schemas.microsoft.com/office/drawing/2014/main" id="{FC813AE0-A592-171E-7F64-19F3257A4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45452" y="2486894"/>
            <a:ext cx="8375374" cy="4711148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FCC5C78-D4E4-87FA-D19B-F8F98E653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48" y="185528"/>
            <a:ext cx="11360700" cy="1030813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LIST INTERVIEW</a:t>
            </a:r>
            <a:endParaRPr lang="en-IN" dirty="0"/>
          </a:p>
        </p:txBody>
      </p:sp>
      <p:sp>
        <p:nvSpPr>
          <p:cNvPr id="10" name="Google Shape;412;p25">
            <a:extLst>
              <a:ext uri="{FF2B5EF4-FFF2-40B4-BE49-F238E27FC236}">
                <a16:creationId xmlns:a16="http://schemas.microsoft.com/office/drawing/2014/main" id="{E6B8C261-0118-4D8D-5EB5-E514F6DC671E}"/>
              </a:ext>
            </a:extLst>
          </p:cNvPr>
          <p:cNvSpPr/>
          <p:nvPr/>
        </p:nvSpPr>
        <p:spPr>
          <a:xfrm>
            <a:off x="1164625" y="227590"/>
            <a:ext cx="1324814" cy="94669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0</a:t>
            </a:r>
            <a:r>
              <a:rPr lang="en-IN" b="1" i="0" dirty="0">
                <a:ln>
                  <a:noFill/>
                </a:ln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3</a:t>
            </a:r>
            <a:endParaRPr b="1" i="0" dirty="0">
              <a:ln>
                <a:noFill/>
              </a:ln>
              <a:solidFill>
                <a:schemeClr val="tx1"/>
              </a:solidFill>
              <a:latin typeface="Mont Heavy DEMO" panose="00000A00000000000000" pitchFamily="50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C710BF-2D6E-5DF7-AD62-8FC5C0CE7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293" y="2804201"/>
            <a:ext cx="2851347" cy="3043864"/>
          </a:xfrm>
          <a:prstGeom prst="rect">
            <a:avLst/>
          </a:prstGeom>
        </p:spPr>
      </p:pic>
      <p:sp>
        <p:nvSpPr>
          <p:cNvPr id="13" name="Google Shape;443;p29">
            <a:extLst>
              <a:ext uri="{FF2B5EF4-FFF2-40B4-BE49-F238E27FC236}">
                <a16:creationId xmlns:a16="http://schemas.microsoft.com/office/drawing/2014/main" id="{A2F3BFB8-9D99-C2E5-B99A-D12A956F282B}"/>
              </a:ext>
            </a:extLst>
          </p:cNvPr>
          <p:cNvSpPr txBox="1">
            <a:spLocks/>
          </p:cNvSpPr>
          <p:nvPr/>
        </p:nvSpPr>
        <p:spPr>
          <a:xfrm>
            <a:off x="1271078" y="1702583"/>
            <a:ext cx="10356273" cy="78431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70" baseline="0">
                <a:solidFill>
                  <a:srgbClr val="000000"/>
                </a:solidFill>
                <a:latin typeface="Syne" pitchFamily="2" charset="0"/>
                <a:ea typeface="Syne" pitchFamily="2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i="1" dirty="0">
                <a:solidFill>
                  <a:srgbClr val="FF0000"/>
                </a:solidFill>
                <a:ea typeface="Roboto Mono" panose="00000009000000000000" pitchFamily="49" charset="0"/>
              </a:rPr>
              <a:t>3: Explain the concept of nested lists. </a:t>
            </a:r>
            <a:endParaRPr lang="en-US" sz="3200" dirty="0">
              <a:solidFill>
                <a:srgbClr val="FF0000"/>
              </a:solidFill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97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9;p34">
            <a:extLst>
              <a:ext uri="{FF2B5EF4-FFF2-40B4-BE49-F238E27FC236}">
                <a16:creationId xmlns:a16="http://schemas.microsoft.com/office/drawing/2014/main" id="{BD623B0E-6FE0-BEE4-0444-8221902F5EC5}"/>
              </a:ext>
            </a:extLst>
          </p:cNvPr>
          <p:cNvSpPr txBox="1">
            <a:spLocks/>
          </p:cNvSpPr>
          <p:nvPr/>
        </p:nvSpPr>
        <p:spPr>
          <a:xfrm>
            <a:off x="1146630" y="3958803"/>
            <a:ext cx="10507295" cy="223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114300" indent="0">
              <a:lnSpc>
                <a:spcPct val="200000"/>
              </a:lnSpc>
              <a:buNone/>
            </a:pPr>
            <a:r>
              <a:rPr lang="en-US" b="1" i="1" dirty="0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&lt;</a:t>
            </a:r>
            <a:r>
              <a:rPr lang="en-US" b="1" i="1" dirty="0" err="1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thead</a:t>
            </a:r>
            <a:r>
              <a:rPr lang="en-US" b="1" i="1" dirty="0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&gt; Element</a:t>
            </a:r>
            <a:r>
              <a:rPr lang="en-US" b="0" i="1" dirty="0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: </a:t>
            </a:r>
            <a:r>
              <a:rPr lang="en-US" b="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Groups the header content (table headings) of an HTML table.</a:t>
            </a:r>
            <a:endParaRPr lang="en-US" b="0" dirty="0">
              <a:solidFill>
                <a:schemeClr val="bg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  <a:p>
            <a:pPr marL="114300" indent="0">
              <a:lnSpc>
                <a:spcPct val="200000"/>
              </a:lnSpc>
              <a:buNone/>
            </a:pPr>
            <a:r>
              <a:rPr lang="en-US" b="1" i="1" dirty="0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&lt;</a:t>
            </a:r>
            <a:r>
              <a:rPr lang="en-US" b="1" i="1" dirty="0" err="1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th</a:t>
            </a:r>
            <a:r>
              <a:rPr lang="en-US" b="1" i="1" dirty="0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&gt; Element</a:t>
            </a:r>
            <a:r>
              <a:rPr lang="en-US" b="0" i="1" dirty="0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: </a:t>
            </a:r>
            <a:r>
              <a:rPr lang="en-US" b="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Defines a header cell (table heading) within a table.</a:t>
            </a:r>
            <a:endParaRPr lang="en-US" b="0" dirty="0">
              <a:solidFill>
                <a:schemeClr val="bg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  <a:p>
            <a:pPr marL="114300" indent="0">
              <a:lnSpc>
                <a:spcPct val="200000"/>
              </a:lnSpc>
              <a:buNone/>
            </a:pPr>
            <a:r>
              <a:rPr lang="en-US" b="1" i="1" dirty="0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&lt;td&gt; Element</a:t>
            </a:r>
            <a:r>
              <a:rPr lang="en-US" b="0" i="1" dirty="0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: </a:t>
            </a:r>
            <a:r>
              <a:rPr lang="en-US" b="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Represents a data cell within an HTML table.</a:t>
            </a:r>
            <a:endParaRPr lang="en-US" b="0" dirty="0">
              <a:solidFill>
                <a:schemeClr val="bg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  <a:p>
            <a:pPr marL="114300" indent="0">
              <a:lnSpc>
                <a:spcPct val="200000"/>
              </a:lnSpc>
              <a:buNone/>
            </a:pPr>
            <a:r>
              <a:rPr lang="en-US" b="1" i="1" dirty="0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&lt;tr&gt; Element</a:t>
            </a:r>
            <a:r>
              <a:rPr lang="en-US" b="0" i="1" dirty="0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: </a:t>
            </a:r>
            <a:r>
              <a:rPr lang="en-US" b="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Defines a row </a:t>
            </a:r>
            <a:r>
              <a:rPr lang="en-US" sz="1600" b="0" i="1" dirty="0">
                <a:solidFill>
                  <a:schemeClr val="tx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within an HTML table.</a:t>
            </a:r>
            <a:endParaRPr lang="en-US" sz="1600" b="0" dirty="0">
              <a:solidFill>
                <a:schemeClr val="tx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FE06C7-4156-6588-D1D7-8B980AEEF010}"/>
              </a:ext>
            </a:extLst>
          </p:cNvPr>
          <p:cNvSpPr txBox="1"/>
          <p:nvPr/>
        </p:nvSpPr>
        <p:spPr>
          <a:xfrm>
            <a:off x="1350385" y="1416420"/>
            <a:ext cx="78341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pc="8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HTML </a:t>
            </a:r>
            <a:r>
              <a:rPr lang="en-US" sz="1800" b="1" spc="8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tables</a:t>
            </a:r>
            <a:r>
              <a:rPr lang="en-US" sz="1800" b="1" spc="8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 allow web developers to arrange data into rows and columns. We must write everything inside the </a:t>
            </a:r>
            <a:r>
              <a:rPr lang="en-US" sz="1800" b="1" spc="8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table tag.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B594AA-F9AB-A404-8849-B5400ED1165A}"/>
              </a:ext>
            </a:extLst>
          </p:cNvPr>
          <p:cNvSpPr txBox="1"/>
          <p:nvPr/>
        </p:nvSpPr>
        <p:spPr>
          <a:xfrm>
            <a:off x="1295794" y="2868396"/>
            <a:ext cx="8653424" cy="11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&lt;table&gt; Element</a:t>
            </a:r>
            <a:r>
              <a:rPr lang="en-US" sz="1800" b="0" i="1" dirty="0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: </a:t>
            </a:r>
            <a:r>
              <a:rPr lang="en-US" sz="1800" b="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Defines an HTML table, which is used to organize </a:t>
            </a:r>
          </a:p>
          <a:p>
            <a:r>
              <a:rPr lang="en-US" sz="1800" b="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data into rows and columns.</a:t>
            </a:r>
            <a:endParaRPr lang="en-US" sz="1800" b="0" dirty="0">
              <a:solidFill>
                <a:schemeClr val="bg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  <a:p>
            <a:pPr>
              <a:lnSpc>
                <a:spcPct val="200000"/>
              </a:lnSpc>
            </a:pPr>
            <a:r>
              <a:rPr lang="en-US" sz="1800" b="1" i="1" dirty="0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&lt;</a:t>
            </a:r>
            <a:r>
              <a:rPr lang="en-US" sz="1800" b="1" i="1" dirty="0" err="1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tbody</a:t>
            </a:r>
            <a:r>
              <a:rPr lang="en-US" sz="1800" b="1" i="1" dirty="0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&gt; Element</a:t>
            </a:r>
            <a:r>
              <a:rPr lang="en-US" sz="1800" b="0" i="1" dirty="0">
                <a:solidFill>
                  <a:srgbClr val="FF0000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: </a:t>
            </a:r>
            <a:r>
              <a:rPr lang="en-US" sz="1800" b="0" i="1" dirty="0">
                <a:solidFill>
                  <a:schemeClr val="bg1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Groups the main content (data rows) of an HTML table.</a:t>
            </a:r>
          </a:p>
        </p:txBody>
      </p:sp>
      <p:pic>
        <p:nvPicPr>
          <p:cNvPr id="5" name="Picture 4" descr="A child reading a book&#10;&#10;Description automatically generated">
            <a:extLst>
              <a:ext uri="{FF2B5EF4-FFF2-40B4-BE49-F238E27FC236}">
                <a16:creationId xmlns:a16="http://schemas.microsoft.com/office/drawing/2014/main" id="{CB2971C1-9E1C-9B6A-9C7B-CEECCA86F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738" y="-255503"/>
            <a:ext cx="6096000" cy="3429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E76B484-D9FB-83CD-9C91-FE8FFD70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solidFill>
                  <a:schemeClr val="tx1"/>
                </a:solidFill>
                <a:ea typeface="Roboto Mono" panose="00000009000000000000" pitchFamily="49" charset="0"/>
              </a:rPr>
              <a:t>Table Tag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39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65CEAA0-7893-C58A-2625-E786AFE40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779" y="180991"/>
            <a:ext cx="11360700" cy="1030813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TABLE INTERVIEW</a:t>
            </a:r>
            <a:endParaRPr lang="en-IN" dirty="0"/>
          </a:p>
        </p:txBody>
      </p:sp>
      <p:sp>
        <p:nvSpPr>
          <p:cNvPr id="2" name="Google Shape;499;p34">
            <a:extLst>
              <a:ext uri="{FF2B5EF4-FFF2-40B4-BE49-F238E27FC236}">
                <a16:creationId xmlns:a16="http://schemas.microsoft.com/office/drawing/2014/main" id="{BD623B0E-6FE0-BEE4-0444-8221902F5EC5}"/>
              </a:ext>
            </a:extLst>
          </p:cNvPr>
          <p:cNvSpPr txBox="1">
            <a:spLocks/>
          </p:cNvSpPr>
          <p:nvPr/>
        </p:nvSpPr>
        <p:spPr>
          <a:xfrm>
            <a:off x="731636" y="1261947"/>
            <a:ext cx="8478154" cy="5280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>
              <a:lnSpc>
                <a:spcPct val="200000"/>
              </a:lnSpc>
              <a:buFont typeface="Roboto Mono"/>
              <a:buNone/>
            </a:pPr>
            <a:endParaRPr lang="en-US" dirty="0">
              <a:solidFill>
                <a:srgbClr val="BA94E9"/>
              </a:solidFill>
              <a:latin typeface="Syne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FE06C7-4156-6588-D1D7-8B980AEEF010}"/>
              </a:ext>
            </a:extLst>
          </p:cNvPr>
          <p:cNvSpPr txBox="1"/>
          <p:nvPr/>
        </p:nvSpPr>
        <p:spPr>
          <a:xfrm>
            <a:off x="1350385" y="1441947"/>
            <a:ext cx="8701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pc="7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Create a School </a:t>
            </a:r>
            <a:r>
              <a:rPr lang="en-US" sz="1800" b="1" spc="70" dirty="0" err="1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TimeTable</a:t>
            </a:r>
            <a:r>
              <a:rPr lang="en-US" sz="1800" b="1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B594AA-F9AB-A404-8849-B5400ED1165A}"/>
              </a:ext>
            </a:extLst>
          </p:cNvPr>
          <p:cNvSpPr txBox="1"/>
          <p:nvPr/>
        </p:nvSpPr>
        <p:spPr>
          <a:xfrm>
            <a:off x="1350385" y="2244813"/>
            <a:ext cx="9372507" cy="518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sz="1600" b="0" dirty="0">
              <a:solidFill>
                <a:schemeClr val="tx1"/>
              </a:solidFill>
              <a:effectLst/>
              <a:latin typeface="Syne" pitchFamily="2" charset="0"/>
              <a:ea typeface="Roboto Mono" panose="00000009000000000000" pitchFamily="49" charset="0"/>
            </a:endParaRPr>
          </a:p>
        </p:txBody>
      </p:sp>
      <p:pic>
        <p:nvPicPr>
          <p:cNvPr id="5" name="Picture 4" descr="A table with text on it&#10;&#10;Description automatically generated">
            <a:extLst>
              <a:ext uri="{FF2B5EF4-FFF2-40B4-BE49-F238E27FC236}">
                <a16:creationId xmlns:a16="http://schemas.microsoft.com/office/drawing/2014/main" id="{6450E505-4572-A8A3-D01C-950E03179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756" y="2066560"/>
            <a:ext cx="7894489" cy="4030690"/>
          </a:xfrm>
          <a:prstGeom prst="rect">
            <a:avLst/>
          </a:prstGeom>
        </p:spPr>
      </p:pic>
      <p:sp>
        <p:nvSpPr>
          <p:cNvPr id="9" name="Google Shape;412;p25">
            <a:extLst>
              <a:ext uri="{FF2B5EF4-FFF2-40B4-BE49-F238E27FC236}">
                <a16:creationId xmlns:a16="http://schemas.microsoft.com/office/drawing/2014/main" id="{301FFC1E-3912-01C1-DCF5-32B224208188}"/>
              </a:ext>
            </a:extLst>
          </p:cNvPr>
          <p:cNvSpPr/>
          <p:nvPr/>
        </p:nvSpPr>
        <p:spPr>
          <a:xfrm>
            <a:off x="1164625" y="227590"/>
            <a:ext cx="1324814" cy="94669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0</a:t>
            </a:r>
            <a:r>
              <a:rPr lang="en-IN" b="1" i="0" dirty="0">
                <a:ln>
                  <a:noFill/>
                </a:ln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1</a:t>
            </a:r>
            <a:endParaRPr b="1" i="0" dirty="0">
              <a:ln>
                <a:noFill/>
              </a:ln>
              <a:solidFill>
                <a:schemeClr val="tx1"/>
              </a:solidFill>
              <a:latin typeface="Mont Heavy DEMO" panose="00000A00000000000000" pitchFamily="50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77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418E89-51D6-F39C-9714-F36DB6C13089}"/>
              </a:ext>
            </a:extLst>
          </p:cNvPr>
          <p:cNvSpPr txBox="1"/>
          <p:nvPr/>
        </p:nvSpPr>
        <p:spPr>
          <a:xfrm>
            <a:off x="659331" y="4049065"/>
            <a:ext cx="107366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&lt;</a:t>
            </a:r>
            <a:r>
              <a:rPr lang="en-US" sz="3200" b="1" dirty="0" err="1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iframe</a:t>
            </a:r>
            <a:r>
              <a:rPr lang="en-US" sz="3200" b="1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src</a:t>
            </a:r>
            <a:r>
              <a:rPr lang="en-US" sz="3200" b="1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=“</a:t>
            </a:r>
            <a:r>
              <a:rPr lang="en-US" sz="3200" b="1" dirty="0" err="1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url</a:t>
            </a:r>
            <a:r>
              <a:rPr lang="en-US" sz="3200" b="1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” </a:t>
            </a:r>
            <a:r>
              <a:rPr lang="en-US" sz="3200" b="1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title</a:t>
            </a:r>
            <a:r>
              <a:rPr lang="en-US" sz="3200" b="1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="</a:t>
            </a:r>
            <a:r>
              <a:rPr lang="en-US" sz="3200" b="1" dirty="0" err="1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abc</a:t>
            </a:r>
            <a:r>
              <a:rPr lang="en-US" sz="3200" b="1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"&gt;&lt;/</a:t>
            </a:r>
            <a:r>
              <a:rPr lang="en-US" sz="3200" b="1" dirty="0" err="1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iframe</a:t>
            </a:r>
            <a:r>
              <a:rPr lang="en-US" sz="3200" b="1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E4E4A-91BD-40E2-53D0-D239A0E24809}"/>
              </a:ext>
            </a:extLst>
          </p:cNvPr>
          <p:cNvSpPr txBox="1"/>
          <p:nvPr/>
        </p:nvSpPr>
        <p:spPr>
          <a:xfrm>
            <a:off x="1362961" y="1952172"/>
            <a:ext cx="87015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spc="80" dirty="0">
                <a:solidFill>
                  <a:srgbClr val="16242F"/>
                </a:solidFill>
                <a:latin typeface="Syne" pitchFamily="2" charset="0"/>
                <a:ea typeface="Roboto Mono" panose="00000009000000000000" pitchFamily="49" charset="0"/>
              </a:rPr>
              <a:t>The </a:t>
            </a:r>
            <a:r>
              <a:rPr lang="en-US" sz="2000" spc="8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</a:t>
            </a:r>
            <a:r>
              <a:rPr lang="en-US" sz="2000" spc="80" dirty="0" err="1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iframe</a:t>
            </a:r>
            <a:r>
              <a:rPr lang="en-US" sz="2000" spc="8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&gt; </a:t>
            </a:r>
            <a:r>
              <a:rPr lang="en-US" sz="2000" spc="80" dirty="0">
                <a:solidFill>
                  <a:srgbClr val="16242F"/>
                </a:solidFill>
                <a:latin typeface="Syne" pitchFamily="2" charset="0"/>
                <a:ea typeface="Roboto Mono" panose="00000009000000000000" pitchFamily="49" charset="0"/>
              </a:rPr>
              <a:t>HTML element represents a nested browsing context, embedding another HTML page into the current one.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9978E4-7256-6E2A-9490-14C963A81EA9}"/>
              </a:ext>
            </a:extLst>
          </p:cNvPr>
          <p:cNvSpPr txBox="1"/>
          <p:nvPr/>
        </p:nvSpPr>
        <p:spPr>
          <a:xfrm>
            <a:off x="4899473" y="4963210"/>
            <a:ext cx="2798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70" dirty="0">
                <a:solidFill>
                  <a:srgbClr val="7030A0"/>
                </a:solidFill>
                <a:latin typeface="Syne" pitchFamily="2" charset="0"/>
                <a:ea typeface="Roboto Mono" panose="00000009000000000000" pitchFamily="49" charset="0"/>
              </a:rPr>
              <a:t>For screen readers</a:t>
            </a: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FF6972F4-2828-8702-65D6-9BEC84F10D32}"/>
              </a:ext>
            </a:extLst>
          </p:cNvPr>
          <p:cNvSpPr/>
          <p:nvPr/>
        </p:nvSpPr>
        <p:spPr>
          <a:xfrm rot="16200000">
            <a:off x="3444228" y="3670801"/>
            <a:ext cx="318614" cy="756528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2BCB335A-2C18-B2A3-A9D1-573177846D22}"/>
              </a:ext>
            </a:extLst>
          </p:cNvPr>
          <p:cNvSpPr/>
          <p:nvPr/>
        </p:nvSpPr>
        <p:spPr>
          <a:xfrm rot="16200000" flipH="1">
            <a:off x="6104003" y="4181135"/>
            <a:ext cx="389645" cy="1174505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EDFE70-BC3D-1EF4-7726-80B52098B76A}"/>
              </a:ext>
            </a:extLst>
          </p:cNvPr>
          <p:cNvSpPr txBox="1"/>
          <p:nvPr/>
        </p:nvSpPr>
        <p:spPr>
          <a:xfrm>
            <a:off x="1817417" y="3225329"/>
            <a:ext cx="38941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70" dirty="0">
                <a:solidFill>
                  <a:srgbClr val="7030A0"/>
                </a:solidFill>
                <a:latin typeface="Syne" pitchFamily="2" charset="0"/>
                <a:ea typeface="Roboto Mono" panose="00000009000000000000" pitchFamily="49" charset="0"/>
              </a:rPr>
              <a:t>The </a:t>
            </a:r>
            <a:r>
              <a:rPr lang="en-US" sz="1600" b="1" spc="70" dirty="0" err="1">
                <a:solidFill>
                  <a:srgbClr val="7030A0"/>
                </a:solidFill>
                <a:latin typeface="Syne" pitchFamily="2" charset="0"/>
                <a:ea typeface="Roboto Mono" panose="00000009000000000000" pitchFamily="49" charset="0"/>
              </a:rPr>
              <a:t>src</a:t>
            </a:r>
            <a:r>
              <a:rPr lang="en-US" sz="1600" b="1" spc="70" dirty="0">
                <a:solidFill>
                  <a:srgbClr val="7030A0"/>
                </a:solidFill>
                <a:latin typeface="Syne" pitchFamily="2" charset="0"/>
                <a:ea typeface="Roboto Mono" panose="00000009000000000000" pitchFamily="49" charset="0"/>
              </a:rPr>
              <a:t> attribute defines</a:t>
            </a:r>
          </a:p>
          <a:p>
            <a:pPr algn="ctr"/>
            <a:r>
              <a:rPr lang="en-US" sz="1600" b="1" spc="70" dirty="0">
                <a:solidFill>
                  <a:srgbClr val="7030A0"/>
                </a:solidFill>
                <a:latin typeface="Syne" pitchFamily="2" charset="0"/>
                <a:ea typeface="Roboto Mono" panose="00000009000000000000" pitchFamily="49" charset="0"/>
              </a:rPr>
              <a:t>the URL of the page to embed</a:t>
            </a:r>
          </a:p>
        </p:txBody>
      </p:sp>
      <p:pic>
        <p:nvPicPr>
          <p:cNvPr id="10" name="Picture 9" descr="A group of people posing for a picture&#10;&#10;Description automatically generated">
            <a:extLst>
              <a:ext uri="{FF2B5EF4-FFF2-40B4-BE49-F238E27FC236}">
                <a16:creationId xmlns:a16="http://schemas.microsoft.com/office/drawing/2014/main" id="{E8E38DBB-D55D-7959-B877-D85F3E43C5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7351" y="-521538"/>
            <a:ext cx="6832231" cy="384313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87C7CD0-1375-1191-181F-F3CFADEF3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 err="1">
                <a:solidFill>
                  <a:schemeClr val="tx1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iFrame</a:t>
            </a:r>
            <a:r>
              <a:rPr lang="en-US" dirty="0">
                <a:solidFill>
                  <a:schemeClr val="tx1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 Tag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597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2AC12-F52D-0B7D-B50C-CDE8A72F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779" y="180991"/>
            <a:ext cx="11360700" cy="1030813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IFRAME INTERVIEW</a:t>
            </a:r>
            <a:endParaRPr lang="en-IN" dirty="0"/>
          </a:p>
        </p:txBody>
      </p:sp>
      <p:sp>
        <p:nvSpPr>
          <p:cNvPr id="443" name="Google Shape;443;p29"/>
          <p:cNvSpPr txBox="1">
            <a:spLocks noGrp="1"/>
          </p:cNvSpPr>
          <p:nvPr>
            <p:ph type="subTitle" idx="4294967295"/>
          </p:nvPr>
        </p:nvSpPr>
        <p:spPr>
          <a:xfrm>
            <a:off x="477078" y="2078074"/>
            <a:ext cx="9342784" cy="165553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3200" b="0" i="1" dirty="0">
                <a:solidFill>
                  <a:srgbClr val="FF0000"/>
                </a:solidFill>
                <a:effectLst/>
                <a:ea typeface="Roboto Mono" panose="00000009000000000000" pitchFamily="49" charset="0"/>
              </a:rPr>
              <a:t>1: How to create </a:t>
            </a:r>
            <a:r>
              <a:rPr lang="en-US" sz="3200" b="0" i="1" dirty="0">
                <a:solidFill>
                  <a:srgbClr val="002060"/>
                </a:solidFill>
                <a:effectLst/>
                <a:ea typeface="Roboto Mono" panose="00000009000000000000" pitchFamily="49" charset="0"/>
              </a:rPr>
              <a:t>a nested </a:t>
            </a:r>
            <a:r>
              <a:rPr lang="en-US" sz="3200" b="0" i="1" dirty="0">
                <a:solidFill>
                  <a:srgbClr val="FF0000"/>
                </a:solidFill>
                <a:effectLst/>
                <a:ea typeface="Roboto Mono" panose="00000009000000000000" pitchFamily="49" charset="0"/>
              </a:rPr>
              <a:t>webpage</a:t>
            </a:r>
            <a:r>
              <a:rPr lang="en-US" sz="3200" b="0" i="1" dirty="0">
                <a:solidFill>
                  <a:srgbClr val="002060"/>
                </a:solidFill>
                <a:effectLst/>
                <a:ea typeface="Roboto Mono" panose="00000009000000000000" pitchFamily="49" charset="0"/>
              </a:rPr>
              <a:t> </a:t>
            </a:r>
            <a:r>
              <a:rPr lang="en-US" sz="3200" b="0" i="1" dirty="0">
                <a:solidFill>
                  <a:srgbClr val="FF0000"/>
                </a:solidFill>
                <a:effectLst/>
                <a:ea typeface="Roboto Mono" panose="00000009000000000000" pitchFamily="49" charset="0"/>
              </a:rPr>
              <a:t>in HTML?</a:t>
            </a:r>
            <a:endParaRPr lang="en-US" sz="3200" b="0" dirty="0">
              <a:solidFill>
                <a:srgbClr val="FF0000"/>
              </a:solidFill>
              <a:effectLst/>
              <a:ea typeface="Roboto Mono" panose="00000009000000000000" pitchFamily="49" charset="0"/>
            </a:endParaRPr>
          </a:p>
        </p:txBody>
      </p:sp>
      <p:sp>
        <p:nvSpPr>
          <p:cNvPr id="7" name="Google Shape;443;p29">
            <a:extLst>
              <a:ext uri="{FF2B5EF4-FFF2-40B4-BE49-F238E27FC236}">
                <a16:creationId xmlns:a16="http://schemas.microsoft.com/office/drawing/2014/main" id="{9624188E-D2AF-7868-B8FC-A2A227EB9C97}"/>
              </a:ext>
            </a:extLst>
          </p:cNvPr>
          <p:cNvSpPr txBox="1">
            <a:spLocks/>
          </p:cNvSpPr>
          <p:nvPr/>
        </p:nvSpPr>
        <p:spPr>
          <a:xfrm>
            <a:off x="655983" y="3870851"/>
            <a:ext cx="10972800" cy="201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r>
              <a:rPr lang="en-US" sz="2800" i="1" spc="70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    The HTML </a:t>
            </a:r>
            <a:r>
              <a:rPr lang="en-US" sz="2800" i="1" spc="70" dirty="0" err="1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iframe</a:t>
            </a:r>
            <a:r>
              <a:rPr lang="en-US" sz="2800" i="1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 tag </a:t>
            </a:r>
            <a:r>
              <a:rPr lang="en-US" sz="2800" i="1" spc="70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is used to display a nested webpage. In simple, It represent a webpage within a webpage.</a:t>
            </a:r>
            <a:endParaRPr lang="en-US" sz="2800" spc="70" dirty="0">
              <a:solidFill>
                <a:srgbClr val="002060"/>
              </a:solidFill>
              <a:latin typeface="Syne" pitchFamily="2" charset="0"/>
              <a:ea typeface="Roboto Mono" panose="00000009000000000000" pitchFamily="49" charset="0"/>
            </a:endParaRPr>
          </a:p>
        </p:txBody>
      </p:sp>
      <p:pic>
        <p:nvPicPr>
          <p:cNvPr id="8" name="Picture 7" descr="A person and a child looking at a board&#10;&#10;Description automatically generated">
            <a:extLst>
              <a:ext uri="{FF2B5EF4-FFF2-40B4-BE49-F238E27FC236}">
                <a16:creationId xmlns:a16="http://schemas.microsoft.com/office/drawing/2014/main" id="{EBF6722C-564C-4880-22B8-766A87152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201" y="538757"/>
            <a:ext cx="5923722" cy="33320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Google Shape;412;p25">
            <a:extLst>
              <a:ext uri="{FF2B5EF4-FFF2-40B4-BE49-F238E27FC236}">
                <a16:creationId xmlns:a16="http://schemas.microsoft.com/office/drawing/2014/main" id="{FACDE018-BCC5-F80F-157A-D4F1EAF3E8D2}"/>
              </a:ext>
            </a:extLst>
          </p:cNvPr>
          <p:cNvSpPr/>
          <p:nvPr/>
        </p:nvSpPr>
        <p:spPr>
          <a:xfrm>
            <a:off x="1164625" y="227590"/>
            <a:ext cx="1324814" cy="94669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0</a:t>
            </a:r>
            <a:r>
              <a:rPr lang="en-IN" b="1" i="0" dirty="0">
                <a:ln>
                  <a:noFill/>
                </a:ln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1</a:t>
            </a:r>
            <a:endParaRPr b="1" i="0" dirty="0">
              <a:ln>
                <a:noFill/>
              </a:ln>
              <a:solidFill>
                <a:schemeClr val="tx1"/>
              </a:solidFill>
              <a:latin typeface="Mont Heavy DEMO" panose="00000A00000000000000" pitchFamily="50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22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" grpId="0" build="p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9E4E4A-91BD-40E2-53D0-D239A0E24809}"/>
              </a:ext>
            </a:extLst>
          </p:cNvPr>
          <p:cNvSpPr txBox="1"/>
          <p:nvPr/>
        </p:nvSpPr>
        <p:spPr>
          <a:xfrm>
            <a:off x="1649399" y="2078379"/>
            <a:ext cx="87015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spc="9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Audio (&lt;audio&gt;): </a:t>
            </a:r>
            <a:r>
              <a:rPr lang="en-US" sz="2000" spc="90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The &lt;audio&gt; element is used to embed audio content in a webpage. It supports various audio formats and provides controls for playback.</a:t>
            </a:r>
          </a:p>
        </p:txBody>
      </p:sp>
      <p:pic>
        <p:nvPicPr>
          <p:cNvPr id="4" name="Graphic 3" descr="Line arrow: Clockwise curve with solid fill">
            <a:extLst>
              <a:ext uri="{FF2B5EF4-FFF2-40B4-BE49-F238E27FC236}">
                <a16:creationId xmlns:a16="http://schemas.microsoft.com/office/drawing/2014/main" id="{5E94877B-0C79-CBB9-8030-D043E3C77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372720">
            <a:off x="3320196" y="3123301"/>
            <a:ext cx="496094" cy="780220"/>
          </a:xfrm>
          <a:prstGeom prst="rect">
            <a:avLst/>
          </a:prstGeom>
        </p:spPr>
      </p:pic>
      <p:sp>
        <p:nvSpPr>
          <p:cNvPr id="10" name="Google Shape;1405;p28">
            <a:extLst>
              <a:ext uri="{FF2B5EF4-FFF2-40B4-BE49-F238E27FC236}">
                <a16:creationId xmlns:a16="http://schemas.microsoft.com/office/drawing/2014/main" id="{5B2CC7F4-411D-F395-DE7F-94AED2BEE25B}"/>
              </a:ext>
            </a:extLst>
          </p:cNvPr>
          <p:cNvSpPr/>
          <p:nvPr/>
        </p:nvSpPr>
        <p:spPr>
          <a:xfrm>
            <a:off x="3957553" y="3191960"/>
            <a:ext cx="1315116" cy="343044"/>
          </a:xfrm>
          <a:custGeom>
            <a:avLst/>
            <a:gdLst/>
            <a:ahLst/>
            <a:cxnLst/>
            <a:rect l="l" t="t" r="r" b="b"/>
            <a:pathLst>
              <a:path w="108133" h="25219" extrusionOk="0">
                <a:moveTo>
                  <a:pt x="12609" y="1"/>
                </a:moveTo>
                <a:cubicBezTo>
                  <a:pt x="5644" y="1"/>
                  <a:pt x="0" y="5645"/>
                  <a:pt x="0" y="12610"/>
                </a:cubicBezTo>
                <a:cubicBezTo>
                  <a:pt x="0" y="19575"/>
                  <a:pt x="5644" y="25218"/>
                  <a:pt x="12609" y="25218"/>
                </a:cubicBezTo>
                <a:lnTo>
                  <a:pt x="95524" y="25218"/>
                </a:lnTo>
                <a:cubicBezTo>
                  <a:pt x="102489" y="25218"/>
                  <a:pt x="108133" y="19575"/>
                  <a:pt x="108133" y="12610"/>
                </a:cubicBezTo>
                <a:cubicBezTo>
                  <a:pt x="108133" y="5645"/>
                  <a:pt x="102489" y="1"/>
                  <a:pt x="95524" y="1"/>
                </a:cubicBez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Syne" pitchFamily="2" charset="0"/>
                <a:ea typeface="Fira Sans Extra Condensed Medium"/>
                <a:cs typeface="Fira Sans Extra Condensed Medium"/>
                <a:sym typeface="Fira Sans Extra Condensed Medium"/>
              </a:rPr>
              <a:t>attribute</a:t>
            </a:r>
            <a:endParaRPr sz="1600" dirty="0">
              <a:latin typeface="Syne" pitchFamily="2" charset="0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id="2" name="Picture 1" descr="A person sitting at a computer with headphones&#10;&#10;Description automatically generated">
            <a:extLst>
              <a:ext uri="{FF2B5EF4-FFF2-40B4-BE49-F238E27FC236}">
                <a16:creationId xmlns:a16="http://schemas.microsoft.com/office/drawing/2014/main" id="{A7A121A0-DE9D-482A-349D-BF3B64A87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626" y="-293205"/>
            <a:ext cx="5009322" cy="281774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AB795B3-819B-E393-8256-A84418C4E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solidFill>
                  <a:schemeClr val="tx1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Audio Tag</a:t>
            </a:r>
            <a:endParaRPr lang="en-IN" b="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2D47E88-B9CB-C177-EBD7-DDC1E894D090}"/>
              </a:ext>
            </a:extLst>
          </p:cNvPr>
          <p:cNvSpPr/>
          <p:nvPr/>
        </p:nvSpPr>
        <p:spPr>
          <a:xfrm>
            <a:off x="1195337" y="3685404"/>
            <a:ext cx="9801326" cy="2708320"/>
          </a:xfrm>
          <a:prstGeom prst="roundRect">
            <a:avLst>
              <a:gd name="adj" fmla="val 530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bIns="252000" rtlCol="0" anchor="ctr" anchorCtr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</a:rPr>
              <a:t>&lt;</a:t>
            </a:r>
            <a:r>
              <a:rPr lang="en-US" sz="2000" dirty="0">
                <a:solidFill>
                  <a:srgbClr val="F07178"/>
                </a:solidFill>
                <a:latin typeface="Fira code" panose="020B0809050000020004" pitchFamily="49" charset="0"/>
              </a:rPr>
              <a:t>audio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</a:rPr>
              <a:t> </a:t>
            </a:r>
            <a:r>
              <a:rPr lang="en-US" sz="2000" dirty="0">
                <a:solidFill>
                  <a:srgbClr val="C792EA"/>
                </a:solidFill>
                <a:latin typeface="Fira code" panose="020B0809050000020004" pitchFamily="49" charset="0"/>
              </a:rPr>
              <a:t>controls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</a:rPr>
              <a:t>&gt;</a:t>
            </a:r>
            <a:endParaRPr lang="en-US" sz="2000" dirty="0">
              <a:solidFill>
                <a:srgbClr val="EEFFFF"/>
              </a:solidFill>
              <a:latin typeface="Fira code" panose="020B080905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EEFFFF"/>
                </a:solidFill>
                <a:latin typeface="Fira code" panose="020B0809050000020004" pitchFamily="49" charset="0"/>
              </a:rPr>
              <a:t>  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</a:rPr>
              <a:t>&lt;</a:t>
            </a:r>
            <a:r>
              <a:rPr lang="en-US" sz="2000" dirty="0">
                <a:solidFill>
                  <a:srgbClr val="F07178"/>
                </a:solidFill>
                <a:latin typeface="Fira code" panose="020B0809050000020004" pitchFamily="49" charset="0"/>
              </a:rPr>
              <a:t>source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</a:rPr>
              <a:t> </a:t>
            </a:r>
            <a:r>
              <a:rPr lang="en-US" sz="2000" dirty="0" err="1">
                <a:solidFill>
                  <a:srgbClr val="C792EA"/>
                </a:solidFill>
                <a:latin typeface="Fira code" panose="020B0809050000020004" pitchFamily="49" charset="0"/>
              </a:rPr>
              <a:t>src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</a:rPr>
              <a:t>="</a:t>
            </a:r>
            <a:r>
              <a:rPr lang="en-US" sz="2000" dirty="0">
                <a:solidFill>
                  <a:srgbClr val="C3E88D"/>
                </a:solidFill>
                <a:latin typeface="Fira code" panose="020B0809050000020004" pitchFamily="49" charset="0"/>
              </a:rPr>
              <a:t>./audio/audio_thapa.mp3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</a:rPr>
              <a:t>" </a:t>
            </a:r>
            <a:r>
              <a:rPr lang="en-US" sz="2000" dirty="0">
                <a:solidFill>
                  <a:srgbClr val="C792EA"/>
                </a:solidFill>
                <a:latin typeface="Fira code" panose="020B0809050000020004" pitchFamily="49" charset="0"/>
              </a:rPr>
              <a:t>type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</a:rPr>
              <a:t>="</a:t>
            </a:r>
            <a:r>
              <a:rPr lang="en-US" sz="2000" dirty="0">
                <a:solidFill>
                  <a:srgbClr val="C3E88D"/>
                </a:solidFill>
                <a:latin typeface="Fira code" panose="020B0809050000020004" pitchFamily="49" charset="0"/>
              </a:rPr>
              <a:t>audio/mpeg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</a:rPr>
              <a:t>" /&gt;</a:t>
            </a:r>
            <a:endParaRPr lang="en-US" sz="2000" dirty="0">
              <a:solidFill>
                <a:srgbClr val="EEFFFF"/>
              </a:solidFill>
              <a:latin typeface="Fira code" panose="020B080905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EEFFFF"/>
                </a:solidFill>
                <a:latin typeface="Fira code" panose="020B0809050000020004" pitchFamily="49" charset="0"/>
              </a:rPr>
              <a:t>  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</a:rPr>
              <a:t>&lt;</a:t>
            </a:r>
            <a:r>
              <a:rPr lang="en-US" sz="2000" dirty="0">
                <a:solidFill>
                  <a:srgbClr val="F07178"/>
                </a:solidFill>
                <a:latin typeface="Fira code" panose="020B0809050000020004" pitchFamily="49" charset="0"/>
              </a:rPr>
              <a:t>source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</a:rPr>
              <a:t> </a:t>
            </a:r>
            <a:r>
              <a:rPr lang="en-US" sz="2000" dirty="0" err="1">
                <a:solidFill>
                  <a:srgbClr val="C792EA"/>
                </a:solidFill>
                <a:latin typeface="Fira code" panose="020B0809050000020004" pitchFamily="49" charset="0"/>
              </a:rPr>
              <a:t>src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</a:rPr>
              <a:t>="</a:t>
            </a:r>
            <a:r>
              <a:rPr lang="en-US" sz="2000" dirty="0">
                <a:solidFill>
                  <a:srgbClr val="C3E88D"/>
                </a:solidFill>
                <a:latin typeface="Fira code" panose="020B0809050000020004" pitchFamily="49" charset="0"/>
              </a:rPr>
              <a:t>./audio/audio_thapa.wav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</a:rPr>
              <a:t>" </a:t>
            </a:r>
            <a:r>
              <a:rPr lang="en-US" sz="2000" dirty="0">
                <a:solidFill>
                  <a:srgbClr val="C792EA"/>
                </a:solidFill>
                <a:latin typeface="Fira code" panose="020B0809050000020004" pitchFamily="49" charset="0"/>
              </a:rPr>
              <a:t>type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</a:rPr>
              <a:t>="</a:t>
            </a:r>
            <a:r>
              <a:rPr lang="en-US" sz="2000" dirty="0">
                <a:solidFill>
                  <a:srgbClr val="C3E88D"/>
                </a:solidFill>
                <a:latin typeface="Fira code" panose="020B0809050000020004" pitchFamily="49" charset="0"/>
              </a:rPr>
              <a:t>audio/wav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</a:rPr>
              <a:t>" /&gt;</a:t>
            </a:r>
            <a:endParaRPr lang="en-US" sz="2000" dirty="0">
              <a:solidFill>
                <a:srgbClr val="EEFFFF"/>
              </a:solidFill>
              <a:latin typeface="Fira code" panose="020B080905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EEFFFF"/>
                </a:solidFill>
                <a:latin typeface="Fira code" panose="020B0809050000020004" pitchFamily="49" charset="0"/>
              </a:rPr>
              <a:t>  Your browser does not support the audio element.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</a:rPr>
              <a:t>&lt;/</a:t>
            </a:r>
            <a:r>
              <a:rPr lang="en-US" sz="2000" dirty="0">
                <a:solidFill>
                  <a:srgbClr val="F07178"/>
                </a:solidFill>
                <a:latin typeface="Fira code" panose="020B0809050000020004" pitchFamily="49" charset="0"/>
              </a:rPr>
              <a:t>audio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</a:rPr>
              <a:t>&gt;</a:t>
            </a:r>
            <a:endParaRPr lang="en-US" sz="2000" dirty="0">
              <a:solidFill>
                <a:srgbClr val="EEFFFF"/>
              </a:solidFill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56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"/>
          <p:cNvSpPr txBox="1">
            <a:spLocks noGrp="1"/>
          </p:cNvSpPr>
          <p:nvPr>
            <p:ph type="subTitle" idx="2"/>
          </p:nvPr>
        </p:nvSpPr>
        <p:spPr>
          <a:xfrm>
            <a:off x="1007240" y="2313847"/>
            <a:ext cx="10356273" cy="326193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2000" b="1" spc="80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List of </a:t>
            </a:r>
            <a:r>
              <a:rPr lang="en-US" sz="2000" b="1" spc="80" dirty="0">
                <a:solidFill>
                  <a:srgbClr val="BA94E9"/>
                </a:solidFill>
                <a:effectLst/>
                <a:ea typeface="Roboto Mono" panose="00000009000000000000" pitchFamily="49" charset="0"/>
              </a:rPr>
              <a:t>Attributes</a:t>
            </a:r>
            <a:r>
              <a:rPr lang="en-US" sz="2000" b="1" spc="80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:</a:t>
            </a:r>
          </a:p>
          <a:p>
            <a:endParaRPr lang="en-US" sz="2000" spc="80" dirty="0">
              <a:solidFill>
                <a:srgbClr val="EEFFFF"/>
              </a:solidFill>
              <a:ea typeface="Roboto Mono" panose="00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b="0" spc="80" dirty="0">
                <a:solidFill>
                  <a:srgbClr val="BA94E9"/>
                </a:solidFill>
                <a:effectLst/>
                <a:ea typeface="Roboto Mono" panose="00000009000000000000" pitchFamily="49" charset="0"/>
              </a:rPr>
              <a:t>controls</a:t>
            </a:r>
            <a:r>
              <a:rPr lang="en-US" sz="2000" b="0" spc="80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: Adds playback controls (play, pause, volume, etc.).</a:t>
            </a:r>
          </a:p>
          <a:p>
            <a:pPr>
              <a:lnSpc>
                <a:spcPct val="150000"/>
              </a:lnSpc>
            </a:pPr>
            <a:r>
              <a:rPr lang="en-US" sz="2000" b="0" spc="80" dirty="0">
                <a:solidFill>
                  <a:srgbClr val="BA94E9"/>
                </a:solidFill>
                <a:effectLst/>
                <a:ea typeface="Roboto Mono" panose="00000009000000000000" pitchFamily="49" charset="0"/>
              </a:rPr>
              <a:t>autoplay</a:t>
            </a:r>
            <a:r>
              <a:rPr lang="en-US" sz="2000" b="0" spc="80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: Starts playback automatically.</a:t>
            </a:r>
          </a:p>
          <a:p>
            <a:pPr>
              <a:lnSpc>
                <a:spcPct val="150000"/>
              </a:lnSpc>
            </a:pPr>
            <a:r>
              <a:rPr lang="en-US" sz="2000" b="0" spc="80" dirty="0">
                <a:solidFill>
                  <a:srgbClr val="BA94E9"/>
                </a:solidFill>
                <a:effectLst/>
                <a:ea typeface="Roboto Mono" panose="00000009000000000000" pitchFamily="49" charset="0"/>
              </a:rPr>
              <a:t>loop</a:t>
            </a:r>
            <a:r>
              <a:rPr lang="en-US" sz="2000" b="0" spc="80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: Repeats the media indefinitely.</a:t>
            </a:r>
          </a:p>
          <a:p>
            <a:pPr>
              <a:lnSpc>
                <a:spcPct val="150000"/>
              </a:lnSpc>
            </a:pPr>
            <a:r>
              <a:rPr lang="en-US" sz="2000" b="0" spc="80" dirty="0">
                <a:solidFill>
                  <a:srgbClr val="BA94E9"/>
                </a:solidFill>
                <a:effectLst/>
                <a:ea typeface="Roboto Mono" panose="00000009000000000000" pitchFamily="49" charset="0"/>
              </a:rPr>
              <a:t>preload</a:t>
            </a:r>
            <a:r>
              <a:rPr lang="en-US" sz="2000" b="0" spc="80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: Specifies if the media should be loaded when the page loads.</a:t>
            </a:r>
          </a:p>
          <a:p>
            <a:pPr>
              <a:lnSpc>
                <a:spcPct val="150000"/>
              </a:lnSpc>
            </a:pPr>
            <a:r>
              <a:rPr lang="en-US" sz="2000" b="0" spc="80" dirty="0">
                <a:solidFill>
                  <a:srgbClr val="BA94E9"/>
                </a:solidFill>
                <a:effectLst/>
                <a:ea typeface="Roboto Mono" panose="00000009000000000000" pitchFamily="49" charset="0"/>
              </a:rPr>
              <a:t>poster</a:t>
            </a:r>
            <a:r>
              <a:rPr lang="en-US" sz="2000" b="0" spc="80" dirty="0">
                <a:solidFill>
                  <a:srgbClr val="EEFFFF"/>
                </a:solidFill>
                <a:effectLst/>
                <a:ea typeface="Roboto Mono" panose="00000009000000000000" pitchFamily="49" charset="0"/>
              </a:rPr>
              <a:t>: Displays an image before the media loads.</a:t>
            </a:r>
          </a:p>
        </p:txBody>
      </p:sp>
      <p:pic>
        <p:nvPicPr>
          <p:cNvPr id="3" name="Picture 2" descr="A person holding a megaphone&#10;&#10;Description automatically generated">
            <a:extLst>
              <a:ext uri="{FF2B5EF4-FFF2-40B4-BE49-F238E27FC236}">
                <a16:creationId xmlns:a16="http://schemas.microsoft.com/office/drawing/2014/main" id="{321E1159-31F8-23CB-AF3C-67E0F01D1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930" y="-324264"/>
            <a:ext cx="6672470" cy="3753264"/>
          </a:xfrm>
          <a:prstGeom prst="rect">
            <a:avLst/>
          </a:prstGeom>
        </p:spPr>
      </p:pic>
      <p:sp>
        <p:nvSpPr>
          <p:cNvPr id="5" name="Google Shape;440;p29">
            <a:extLst>
              <a:ext uri="{FF2B5EF4-FFF2-40B4-BE49-F238E27FC236}">
                <a16:creationId xmlns:a16="http://schemas.microsoft.com/office/drawing/2014/main" id="{B9D392B6-7AC2-B771-9977-E6F4A00289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  <a:latin typeface="Mont Heavy DEMO" panose="00000A00000000000000" pitchFamily="50" charset="0"/>
              </a:rPr>
              <a:t>DID YOU </a:t>
            </a:r>
            <a:r>
              <a:rPr lang="en" sz="6000" dirty="0">
                <a:solidFill>
                  <a:schemeClr val="accent2"/>
                </a:solidFill>
                <a:latin typeface="Mont Heavy DEMO" panose="00000A00000000000000" pitchFamily="50" charset="0"/>
              </a:rPr>
              <a:t>KNOW?</a:t>
            </a:r>
            <a:endParaRPr sz="6000" dirty="0">
              <a:solidFill>
                <a:schemeClr val="accent2"/>
              </a:solidFill>
              <a:latin typeface="Mont Heavy DEMO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88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"/>
          <p:cNvSpPr txBox="1">
            <a:spLocks noGrp="1"/>
          </p:cNvSpPr>
          <p:nvPr>
            <p:ph type="subTitle" idx="2"/>
          </p:nvPr>
        </p:nvSpPr>
        <p:spPr>
          <a:xfrm>
            <a:off x="1518584" y="2018633"/>
            <a:ext cx="7982926" cy="78431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2400" i="1" dirty="0">
                <a:solidFill>
                  <a:srgbClr val="BA94E9"/>
                </a:solidFill>
                <a:ea typeface="Roboto Mono" panose="00000009000000000000" pitchFamily="49" charset="0"/>
              </a:rPr>
              <a:t>1: Which are the attributes supported in audio tag?</a:t>
            </a:r>
          </a:p>
        </p:txBody>
      </p:sp>
      <p:sp>
        <p:nvSpPr>
          <p:cNvPr id="3" name="Google Shape;411;p25">
            <a:extLst>
              <a:ext uri="{FF2B5EF4-FFF2-40B4-BE49-F238E27FC236}">
                <a16:creationId xmlns:a16="http://schemas.microsoft.com/office/drawing/2014/main" id="{369BB354-0E8A-F1F5-8411-45436E9A0C0E}"/>
              </a:ext>
            </a:extLst>
          </p:cNvPr>
          <p:cNvSpPr txBox="1">
            <a:spLocks/>
          </p:cNvSpPr>
          <p:nvPr/>
        </p:nvSpPr>
        <p:spPr>
          <a:xfrm>
            <a:off x="2076672" y="457554"/>
            <a:ext cx="9164259" cy="94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6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US" sz="4500" dirty="0">
                <a:solidFill>
                  <a:srgbClr val="FFC00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HTML AUDIO TAG  INTERVIEW</a:t>
            </a:r>
          </a:p>
        </p:txBody>
      </p:sp>
      <p:sp>
        <p:nvSpPr>
          <p:cNvPr id="4" name="Google Shape;412;p25">
            <a:extLst>
              <a:ext uri="{FF2B5EF4-FFF2-40B4-BE49-F238E27FC236}">
                <a16:creationId xmlns:a16="http://schemas.microsoft.com/office/drawing/2014/main" id="{9169F667-F336-2B9F-9593-17860C05990C}"/>
              </a:ext>
            </a:extLst>
          </p:cNvPr>
          <p:cNvSpPr/>
          <p:nvPr/>
        </p:nvSpPr>
        <p:spPr>
          <a:xfrm>
            <a:off x="699502" y="457554"/>
            <a:ext cx="1143153" cy="83620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tx2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0</a:t>
            </a:r>
            <a:r>
              <a:rPr lang="en-US" b="1" i="0" dirty="0">
                <a:ln>
                  <a:noFill/>
                </a:ln>
                <a:solidFill>
                  <a:schemeClr val="tx2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1</a:t>
            </a:r>
            <a:endParaRPr b="1" i="0" dirty="0">
              <a:ln>
                <a:noFill/>
              </a:ln>
              <a:solidFill>
                <a:schemeClr val="tx2"/>
              </a:solidFill>
              <a:latin typeface="Mont Heavy DEMO" panose="00000A00000000000000" pitchFamily="50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  <p:sp>
        <p:nvSpPr>
          <p:cNvPr id="7" name="Google Shape;443;p29">
            <a:extLst>
              <a:ext uri="{FF2B5EF4-FFF2-40B4-BE49-F238E27FC236}">
                <a16:creationId xmlns:a16="http://schemas.microsoft.com/office/drawing/2014/main" id="{9624188E-D2AF-7868-B8FC-A2A227EB9C97}"/>
              </a:ext>
            </a:extLst>
          </p:cNvPr>
          <p:cNvSpPr txBox="1">
            <a:spLocks/>
          </p:cNvSpPr>
          <p:nvPr/>
        </p:nvSpPr>
        <p:spPr>
          <a:xfrm>
            <a:off x="1518584" y="2756741"/>
            <a:ext cx="9794684" cy="264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spc="5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controls</a:t>
            </a:r>
            <a:r>
              <a:rPr lang="en-US" sz="2000" spc="50" dirty="0">
                <a:solidFill>
                  <a:schemeClr val="bg2"/>
                </a:solidFill>
                <a:latin typeface="Syne" pitchFamily="2" charset="0"/>
                <a:ea typeface="Roboto Mono" panose="00000009000000000000" pitchFamily="49" charset="0"/>
              </a:rPr>
              <a:t>: Adds playback controls (play, pause, volume, etc.).</a:t>
            </a:r>
          </a:p>
          <a:p>
            <a:pPr>
              <a:lnSpc>
                <a:spcPct val="150000"/>
              </a:lnSpc>
            </a:pPr>
            <a:r>
              <a:rPr lang="en-US" sz="2000" spc="5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autoplay</a:t>
            </a:r>
            <a:r>
              <a:rPr lang="en-US" sz="2000" spc="50" dirty="0">
                <a:solidFill>
                  <a:schemeClr val="bg2"/>
                </a:solidFill>
                <a:latin typeface="Syne" pitchFamily="2" charset="0"/>
                <a:ea typeface="Roboto Mono" panose="00000009000000000000" pitchFamily="49" charset="0"/>
              </a:rPr>
              <a:t>: Starts playback automatically. loop: Repeats the media indefinitely.</a:t>
            </a:r>
          </a:p>
          <a:p>
            <a:pPr>
              <a:lnSpc>
                <a:spcPct val="150000"/>
              </a:lnSpc>
            </a:pPr>
            <a:r>
              <a:rPr lang="en-US" sz="2000" spc="5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poster</a:t>
            </a:r>
            <a:r>
              <a:rPr lang="en-US" sz="2000" spc="50" dirty="0">
                <a:solidFill>
                  <a:schemeClr val="bg2"/>
                </a:solidFill>
                <a:latin typeface="Syne" pitchFamily="2" charset="0"/>
                <a:ea typeface="Roboto Mono" panose="00000009000000000000" pitchFamily="49" charset="0"/>
              </a:rPr>
              <a:t>: Displays an image before the media loads. </a:t>
            </a:r>
          </a:p>
          <a:p>
            <a:pPr>
              <a:lnSpc>
                <a:spcPct val="150000"/>
              </a:lnSpc>
            </a:pPr>
            <a:r>
              <a:rPr lang="en-US" sz="2000" spc="5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muted</a:t>
            </a:r>
            <a:r>
              <a:rPr lang="en-US" sz="2000" spc="50" dirty="0">
                <a:solidFill>
                  <a:schemeClr val="bg2"/>
                </a:solidFill>
                <a:latin typeface="Syne" pitchFamily="2" charset="0"/>
                <a:ea typeface="Roboto Mono" panose="00000009000000000000" pitchFamily="49" charset="0"/>
              </a:rPr>
              <a:t>: Specifies that the audio output should be muted</a:t>
            </a:r>
          </a:p>
          <a:p>
            <a:pPr>
              <a:lnSpc>
                <a:spcPct val="150000"/>
              </a:lnSpc>
            </a:pPr>
            <a:r>
              <a:rPr lang="en-US" sz="2000" spc="5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loop</a:t>
            </a:r>
            <a:r>
              <a:rPr lang="en-US" sz="2000" spc="50" dirty="0">
                <a:solidFill>
                  <a:schemeClr val="bg2"/>
                </a:solidFill>
                <a:latin typeface="Syne" pitchFamily="2" charset="0"/>
                <a:ea typeface="Roboto Mono" panose="00000009000000000000" pitchFamily="49" charset="0"/>
              </a:rPr>
              <a:t>: Specifies that the audio will start over again, every time it is finished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2"/>
              </a:solidFill>
              <a:latin typeface="Syne" pitchFamily="2" charset="0"/>
              <a:ea typeface="Roboto Mono" panose="00000009000000000000" pitchFamily="49" charset="0"/>
            </a:endParaRPr>
          </a:p>
        </p:txBody>
      </p:sp>
      <p:pic>
        <p:nvPicPr>
          <p:cNvPr id="5" name="Picture 4" descr="A person and person sitting at a table with a computer&#10;&#10;Description automatically generated">
            <a:extLst>
              <a:ext uri="{FF2B5EF4-FFF2-40B4-BE49-F238E27FC236}">
                <a16:creationId xmlns:a16="http://schemas.microsoft.com/office/drawing/2014/main" id="{63844B93-070A-90F9-7447-797F61875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686" y="457554"/>
            <a:ext cx="5731565" cy="322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91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" grpId="0" build="p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>
          <a:extLst>
            <a:ext uri="{FF2B5EF4-FFF2-40B4-BE49-F238E27FC236}">
              <a16:creationId xmlns:a16="http://schemas.microsoft.com/office/drawing/2014/main" id="{2A73BFAF-A705-1697-9EB7-BBCA01187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6C7D67-62D6-75B1-1D51-5BD88E18EADA}"/>
              </a:ext>
            </a:extLst>
          </p:cNvPr>
          <p:cNvSpPr txBox="1"/>
          <p:nvPr/>
        </p:nvSpPr>
        <p:spPr>
          <a:xfrm>
            <a:off x="1649399" y="2078379"/>
            <a:ext cx="87015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spc="90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The</a:t>
            </a:r>
            <a:r>
              <a:rPr lang="en-US" sz="2400" spc="9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 &lt;video&gt; </a:t>
            </a:r>
            <a:r>
              <a:rPr lang="en-US" sz="2400" spc="90" dirty="0">
                <a:solidFill>
                  <a:srgbClr val="002060"/>
                </a:solidFill>
                <a:latin typeface="Syne" pitchFamily="2" charset="0"/>
                <a:ea typeface="Roboto Mono" panose="00000009000000000000" pitchFamily="49" charset="0"/>
              </a:rPr>
              <a:t>HTML element embeds a media player which supports  video playback into the document.</a:t>
            </a:r>
          </a:p>
        </p:txBody>
      </p:sp>
      <p:pic>
        <p:nvPicPr>
          <p:cNvPr id="2" name="Picture 1" descr="A person sitting at a computer with headphones&#10;&#10;Description automatically generated">
            <a:extLst>
              <a:ext uri="{FF2B5EF4-FFF2-40B4-BE49-F238E27FC236}">
                <a16:creationId xmlns:a16="http://schemas.microsoft.com/office/drawing/2014/main" id="{D0973888-389A-DA91-597D-B32F0D2DE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626" y="-293205"/>
            <a:ext cx="5009322" cy="281774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A2E0E94-F1C5-F9A0-9C93-ADBAB97F8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solidFill>
                  <a:schemeClr val="tx1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Video Tag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7884CF-30C0-F1E5-2D4E-1889C4E07C18}"/>
              </a:ext>
            </a:extLst>
          </p:cNvPr>
          <p:cNvSpPr/>
          <p:nvPr/>
        </p:nvSpPr>
        <p:spPr>
          <a:xfrm>
            <a:off x="1195337" y="3447874"/>
            <a:ext cx="9801326" cy="3183379"/>
          </a:xfrm>
          <a:prstGeom prst="roundRect">
            <a:avLst>
              <a:gd name="adj" fmla="val 530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bIns="252000" rtlCol="0" anchor="ctr" anchorCtr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</a:t>
            </a:r>
            <a:r>
              <a:rPr lang="en-US" sz="2000" dirty="0">
                <a:solidFill>
                  <a:srgbClr val="F0717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video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2000" dirty="0">
                <a:solidFill>
                  <a:srgbClr val="C792EA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controls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2000" dirty="0">
                <a:solidFill>
                  <a:srgbClr val="C792EA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autoplay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2000" dirty="0">
                <a:solidFill>
                  <a:srgbClr val="C792EA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loop muted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2000" dirty="0">
                <a:solidFill>
                  <a:srgbClr val="C792EA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poster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="</a:t>
            </a:r>
            <a:r>
              <a:rPr lang="en-US" sz="2000" dirty="0">
                <a:solidFill>
                  <a:srgbClr val="C3E88D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./images/html.png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"&gt;</a:t>
            </a:r>
            <a:endParaRPr lang="en-US" sz="2000" dirty="0">
              <a:solidFill>
                <a:srgbClr val="EE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EE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 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</a:t>
            </a:r>
            <a:r>
              <a:rPr lang="en-US" sz="2000" dirty="0">
                <a:solidFill>
                  <a:srgbClr val="F0717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source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2000" dirty="0" err="1">
                <a:solidFill>
                  <a:srgbClr val="C792EA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src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="</a:t>
            </a:r>
            <a:r>
              <a:rPr lang="en-US" sz="2000" dirty="0">
                <a:solidFill>
                  <a:srgbClr val="C3E88D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./video/thapatech.mp4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 </a:t>
            </a:r>
            <a:r>
              <a:rPr lang="en-US" sz="2000" dirty="0">
                <a:solidFill>
                  <a:srgbClr val="C792EA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type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="</a:t>
            </a:r>
            <a:r>
              <a:rPr lang="en-US" sz="2000" dirty="0">
                <a:solidFill>
                  <a:srgbClr val="C3E88D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video/mp4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 /&gt;</a:t>
            </a:r>
            <a:endParaRPr lang="en-US" sz="2000" dirty="0">
              <a:solidFill>
                <a:srgbClr val="EE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EE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 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</a:t>
            </a:r>
            <a:r>
              <a:rPr lang="en-US" sz="2000" dirty="0">
                <a:solidFill>
                  <a:srgbClr val="F0717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source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2000" dirty="0" err="1">
                <a:solidFill>
                  <a:srgbClr val="C792EA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src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="</a:t>
            </a:r>
            <a:r>
              <a:rPr lang="en-US" sz="2000" dirty="0">
                <a:solidFill>
                  <a:srgbClr val="C3E88D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./video/thapatech1.webm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 </a:t>
            </a:r>
            <a:r>
              <a:rPr lang="en-US" sz="2000" dirty="0">
                <a:solidFill>
                  <a:srgbClr val="C792EA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type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="</a:t>
            </a:r>
            <a:r>
              <a:rPr lang="en-US" sz="2000" dirty="0">
                <a:solidFill>
                  <a:srgbClr val="C3E88D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video/</a:t>
            </a:r>
            <a:r>
              <a:rPr lang="en-US" sz="2000" dirty="0" err="1">
                <a:solidFill>
                  <a:srgbClr val="C3E88D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webm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 /&gt;</a:t>
            </a:r>
            <a:endParaRPr lang="en-US" sz="2000" dirty="0">
              <a:solidFill>
                <a:srgbClr val="EE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EE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 Your browser does not support the video element.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&lt;/</a:t>
            </a:r>
            <a:r>
              <a:rPr lang="en-US" sz="2000" dirty="0">
                <a:solidFill>
                  <a:srgbClr val="F0717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video</a:t>
            </a:r>
            <a:r>
              <a:rPr lang="en-US" sz="2000" dirty="0">
                <a:solidFill>
                  <a:srgbClr val="89DD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  <a:endParaRPr lang="en-US" sz="2000" dirty="0">
              <a:solidFill>
                <a:srgbClr val="EE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59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55556-EF1F-DD70-7289-CBF218631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solidFill>
                  <a:schemeClr val="tx1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Form Tag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22D1A1-534C-3661-80ED-D4BF9E5EC7B4}"/>
              </a:ext>
            </a:extLst>
          </p:cNvPr>
          <p:cNvSpPr txBox="1"/>
          <p:nvPr/>
        </p:nvSpPr>
        <p:spPr>
          <a:xfrm>
            <a:off x="1608943" y="1382007"/>
            <a:ext cx="897411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spc="7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The </a:t>
            </a:r>
            <a:r>
              <a:rPr lang="en-US" sz="20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&lt;form&gt; </a:t>
            </a:r>
            <a:r>
              <a:rPr lang="en-US" sz="2000" spc="7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tag is used to create an HTML form for user input.</a:t>
            </a:r>
          </a:p>
          <a:p>
            <a:endParaRPr lang="en-US" sz="2000" spc="70" dirty="0">
              <a:solidFill>
                <a:schemeClr val="bg1"/>
              </a:solidFill>
              <a:latin typeface="Syne" pitchFamily="2" charset="0"/>
              <a:ea typeface="Roboto Mono" panose="00000009000000000000" pitchFamily="49" charset="0"/>
            </a:endParaRPr>
          </a:p>
          <a:p>
            <a:r>
              <a:rPr lang="en-US" sz="2000" spc="7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The </a:t>
            </a:r>
            <a:r>
              <a:rPr lang="en-US" sz="20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&lt;input&gt;</a:t>
            </a:r>
            <a:r>
              <a:rPr lang="en-US" sz="2000" spc="7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 HTML element is used to create </a:t>
            </a:r>
            <a:r>
              <a:rPr lang="en-US" sz="20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interactive controls </a:t>
            </a:r>
            <a:r>
              <a:rPr lang="en-US" sz="2000" spc="7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for web-based forms to accept data from the user. We must write inside the tag.</a:t>
            </a:r>
          </a:p>
        </p:txBody>
      </p:sp>
      <p:pic>
        <p:nvPicPr>
          <p:cNvPr id="6" name="Picture 5" descr="A person holding a folder and pointing at a login screen&#10;&#10;Description automatically generated">
            <a:extLst>
              <a:ext uri="{FF2B5EF4-FFF2-40B4-BE49-F238E27FC236}">
                <a16:creationId xmlns:a16="http://schemas.microsoft.com/office/drawing/2014/main" id="{218EE346-7638-9E31-D007-A275F8E12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431" y="2911105"/>
            <a:ext cx="7565138" cy="425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4ACA249-098D-17AA-6343-E7576121A0AC}"/>
              </a:ext>
            </a:extLst>
          </p:cNvPr>
          <p:cNvSpPr/>
          <p:nvPr/>
        </p:nvSpPr>
        <p:spPr>
          <a:xfrm>
            <a:off x="214010" y="1624519"/>
            <a:ext cx="11770468" cy="3103124"/>
          </a:xfrm>
          <a:prstGeom prst="roundRect">
            <a:avLst>
              <a:gd name="adj" fmla="val 6322"/>
            </a:avLst>
          </a:prstGeom>
          <a:solidFill>
            <a:srgbClr val="162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CC0F-EB17-23A0-4729-CFE889359B6D}"/>
              </a:ext>
            </a:extLst>
          </p:cNvPr>
          <p:cNvSpPr txBox="1"/>
          <p:nvPr/>
        </p:nvSpPr>
        <p:spPr>
          <a:xfrm>
            <a:off x="687020" y="2620039"/>
            <a:ext cx="108066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&lt;</a:t>
            </a:r>
            <a:r>
              <a:rPr lang="en-US" sz="4000" b="1" dirty="0">
                <a:solidFill>
                  <a:srgbClr val="BA94E9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input </a:t>
            </a:r>
            <a:r>
              <a:rPr lang="en-US" sz="4000" b="1" dirty="0">
                <a:solidFill>
                  <a:srgbClr val="B9D4B4"/>
                </a:solidFill>
                <a:latin typeface="Mont Heavy DEMO" panose="00000A00000000000000" pitchFamily="50" charset="0"/>
                <a:ea typeface="Roboto Mono" panose="00000009000000000000" pitchFamily="49" charset="0"/>
              </a:rPr>
              <a:t>type</a:t>
            </a:r>
            <a:r>
              <a:rPr lang="en-US" sz="4000" b="1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=“</a:t>
            </a:r>
            <a:r>
              <a:rPr lang="en-US" sz="4000" b="1" dirty="0">
                <a:solidFill>
                  <a:schemeClr val="bg2"/>
                </a:solidFill>
                <a:latin typeface="Syne" pitchFamily="2" charset="0"/>
                <a:ea typeface="Roboto Mono" panose="00000009000000000000" pitchFamily="49" charset="0"/>
              </a:rPr>
              <a:t>text</a:t>
            </a:r>
            <a:r>
              <a:rPr lang="en-US" sz="4000" b="1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“ </a:t>
            </a:r>
            <a:r>
              <a:rPr lang="en-US" sz="4000" b="1" dirty="0">
                <a:solidFill>
                  <a:srgbClr val="B9D4B4"/>
                </a:solidFill>
                <a:latin typeface="Syne" pitchFamily="2" charset="0"/>
                <a:ea typeface="Roboto Mono" panose="00000009000000000000" pitchFamily="49" charset="0"/>
              </a:rPr>
              <a:t>name</a:t>
            </a:r>
            <a:r>
              <a:rPr lang="en-US" sz="4000" b="1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=“</a:t>
            </a:r>
            <a:r>
              <a:rPr lang="en-US" sz="4000" b="1" dirty="0">
                <a:solidFill>
                  <a:schemeClr val="bg2"/>
                </a:solidFill>
                <a:latin typeface="Syne" pitchFamily="2" charset="0"/>
                <a:ea typeface="Roboto Mono" panose="00000009000000000000" pitchFamily="49" charset="0"/>
              </a:rPr>
              <a:t>username</a:t>
            </a:r>
            <a:r>
              <a:rPr lang="en-US" sz="4000" b="1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”&gt;</a:t>
            </a:r>
          </a:p>
          <a:p>
            <a:pPr algn="ctr"/>
            <a:endParaRPr lang="en-US" sz="4000" b="1" dirty="0">
              <a:solidFill>
                <a:srgbClr val="BA94E9"/>
              </a:solidFill>
              <a:latin typeface="Syne" pitchFamily="2" charset="0"/>
              <a:ea typeface="Roboto Mono" panose="00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17E20-E4AB-0BA2-63CE-656022FC0F07}"/>
              </a:ext>
            </a:extLst>
          </p:cNvPr>
          <p:cNvSpPr txBox="1"/>
          <p:nvPr/>
        </p:nvSpPr>
        <p:spPr>
          <a:xfrm>
            <a:off x="564770" y="3574146"/>
            <a:ext cx="7313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spc="70" dirty="0">
                <a:solidFill>
                  <a:schemeClr val="bg2"/>
                </a:solidFill>
                <a:latin typeface="Syne" pitchFamily="2" charset="0"/>
                <a:ea typeface="Roboto Mono" panose="00000009000000000000" pitchFamily="49" charset="0"/>
              </a:rPr>
              <a:t>We have </a:t>
            </a:r>
            <a:r>
              <a:rPr lang="en-US" sz="18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multiple</a:t>
            </a:r>
            <a:r>
              <a:rPr lang="en-US" sz="1800" spc="70" dirty="0">
                <a:solidFill>
                  <a:schemeClr val="bg2"/>
                </a:solidFill>
                <a:latin typeface="Syne" pitchFamily="2" charset="0"/>
                <a:ea typeface="Roboto Mono" panose="00000009000000000000" pitchFamily="49" charset="0"/>
              </a:rPr>
              <a:t> values for the </a:t>
            </a:r>
            <a:r>
              <a:rPr lang="en-US" sz="1800" spc="70" dirty="0">
                <a:solidFill>
                  <a:srgbClr val="BA94E9"/>
                </a:solidFill>
                <a:latin typeface="Syne" pitchFamily="2" charset="0"/>
                <a:ea typeface="Roboto Mono" panose="00000009000000000000" pitchFamily="49" charset="0"/>
              </a:rPr>
              <a:t>Type</a:t>
            </a:r>
            <a:r>
              <a:rPr lang="en-US" sz="1800" spc="70" dirty="0">
                <a:solidFill>
                  <a:schemeClr val="bg2"/>
                </a:solidFill>
                <a:latin typeface="Syne" pitchFamily="2" charset="0"/>
                <a:ea typeface="Roboto Mono" panose="00000009000000000000" pitchFamily="49" charset="0"/>
              </a:rPr>
              <a:t> attribute.</a:t>
            </a:r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2F03A01D-FE68-3358-178B-4251A6297F5A}"/>
              </a:ext>
            </a:extLst>
          </p:cNvPr>
          <p:cNvSpPr/>
          <p:nvPr/>
        </p:nvSpPr>
        <p:spPr>
          <a:xfrm rot="16200000">
            <a:off x="3099862" y="2011761"/>
            <a:ext cx="318614" cy="1066823"/>
          </a:xfrm>
          <a:custGeom>
            <a:avLst/>
            <a:gdLst/>
            <a:ahLst/>
            <a:cxnLst/>
            <a:rect l="l" t="t" r="r" b="b"/>
            <a:pathLst>
              <a:path w="768601" h="6908775">
                <a:moveTo>
                  <a:pt x="0" y="0"/>
                </a:moveTo>
                <a:lnTo>
                  <a:pt x="768601" y="0"/>
                </a:lnTo>
                <a:lnTo>
                  <a:pt x="768601" y="6908776"/>
                </a:lnTo>
                <a:lnTo>
                  <a:pt x="0" y="6908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E55434-09F1-6396-6435-003591E38D30}"/>
              </a:ext>
            </a:extLst>
          </p:cNvPr>
          <p:cNvSpPr txBox="1"/>
          <p:nvPr/>
        </p:nvSpPr>
        <p:spPr>
          <a:xfrm>
            <a:off x="1959854" y="2001692"/>
            <a:ext cx="2770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F8DA30"/>
                </a:solidFill>
                <a:latin typeface="Syne" pitchFamily="2" charset="0"/>
                <a:ea typeface="Roboto Mono" panose="00000009000000000000" pitchFamily="49" charset="0"/>
              </a:rPr>
              <a:t>attribute</a:t>
            </a:r>
          </a:p>
        </p:txBody>
      </p:sp>
      <p:sp>
        <p:nvSpPr>
          <p:cNvPr id="12" name="Google Shape;411;p25">
            <a:extLst>
              <a:ext uri="{FF2B5EF4-FFF2-40B4-BE49-F238E27FC236}">
                <a16:creationId xmlns:a16="http://schemas.microsoft.com/office/drawing/2014/main" id="{6F65E2A7-5602-A73C-6786-9E6EA4D32B3B}"/>
              </a:ext>
            </a:extLst>
          </p:cNvPr>
          <p:cNvSpPr txBox="1">
            <a:spLocks/>
          </p:cNvSpPr>
          <p:nvPr/>
        </p:nvSpPr>
        <p:spPr>
          <a:xfrm>
            <a:off x="2405269" y="146824"/>
            <a:ext cx="6748669" cy="94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6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algn="ctr"/>
            <a:r>
              <a:rPr lang="en-US" sz="4400" dirty="0">
                <a:solidFill>
                  <a:srgbClr val="FFC00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sz="4400" dirty="0">
                <a:solidFill>
                  <a:schemeClr val="bg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Form Tag</a:t>
            </a:r>
          </a:p>
        </p:txBody>
      </p:sp>
    </p:spTree>
    <p:extLst>
      <p:ext uri="{BB962C8B-B14F-4D97-AF65-F5344CB8AC3E}">
        <p14:creationId xmlns:p14="http://schemas.microsoft.com/office/powerpoint/2010/main" val="213131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 animBg="1"/>
      <p:bldP spid="1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9AE8-1EA5-4499-3DDC-1ADB0A4E5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sz="5400" dirty="0">
                <a:solidFill>
                  <a:schemeClr val="tx1"/>
                </a:solidFill>
                <a:ea typeface="Roboto Mono" panose="00000009000000000000" pitchFamily="49" charset="0"/>
                <a:cs typeface="Urbanist" panose="020B0A04040200000203" pitchFamily="34" charset="0"/>
              </a:rPr>
              <a:t>Semantic</a:t>
            </a:r>
            <a:r>
              <a:rPr lang="en-US" dirty="0">
                <a:solidFill>
                  <a:schemeClr val="tx1"/>
                </a:solidFill>
                <a:ea typeface="Roboto Mono" panose="00000009000000000000" pitchFamily="49" charset="0"/>
                <a:cs typeface="Urbanist" panose="020B0A04040200000203" pitchFamily="34" charset="0"/>
              </a:rPr>
              <a:t> Elements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Picture 7" descr="A person standing in front of a computer screen&#10;&#10;Description automatically generated">
            <a:extLst>
              <a:ext uri="{FF2B5EF4-FFF2-40B4-BE49-F238E27FC236}">
                <a16:creationId xmlns:a16="http://schemas.microsoft.com/office/drawing/2014/main" id="{CBCF501C-91DF-BBB4-2641-D01112B7E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82" y="2441054"/>
            <a:ext cx="8912087" cy="50130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E06C7-4156-6588-D1D7-8B980AEEF010}"/>
              </a:ext>
            </a:extLst>
          </p:cNvPr>
          <p:cNvSpPr txBox="1"/>
          <p:nvPr/>
        </p:nvSpPr>
        <p:spPr>
          <a:xfrm>
            <a:off x="1532478" y="1680496"/>
            <a:ext cx="956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Semantic elements = </a:t>
            </a:r>
            <a:r>
              <a:rPr lang="en-US" sz="2000" spc="7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elements with a meaning</a:t>
            </a:r>
            <a:r>
              <a:rPr lang="en-US" sz="2000" dirty="0">
                <a:solidFill>
                  <a:srgbClr val="0070C0"/>
                </a:solidFill>
                <a:latin typeface="Syne" pitchFamily="2" charset="0"/>
                <a:ea typeface="Roboto Mono" panose="00000009000000000000" pitchFamily="49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3B0CF-4F1D-422E-E393-D266F543329A}"/>
              </a:ext>
            </a:extLst>
          </p:cNvPr>
          <p:cNvSpPr txBox="1"/>
          <p:nvPr/>
        </p:nvSpPr>
        <p:spPr>
          <a:xfrm>
            <a:off x="1530654" y="2345519"/>
            <a:ext cx="94859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spc="7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A </a:t>
            </a:r>
            <a:r>
              <a:rPr lang="en-US" sz="20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semantic element </a:t>
            </a:r>
            <a:r>
              <a:rPr lang="en-US" sz="2000" spc="7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clearly describes its meaning to both the browser and the developer. </a:t>
            </a:r>
          </a:p>
        </p:txBody>
      </p:sp>
    </p:spTree>
    <p:extLst>
      <p:ext uri="{BB962C8B-B14F-4D97-AF65-F5344CB8AC3E}">
        <p14:creationId xmlns:p14="http://schemas.microsoft.com/office/powerpoint/2010/main" val="117688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A37850-D4C1-32D7-08EB-3AA1B521B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sz="5400" dirty="0">
                <a:solidFill>
                  <a:schemeClr val="tx1"/>
                </a:solidFill>
                <a:ea typeface="Roboto Mono" panose="00000009000000000000" pitchFamily="49" charset="0"/>
                <a:cs typeface="Urbanist" panose="020B0A04040200000203" pitchFamily="34" charset="0"/>
              </a:rPr>
              <a:t>Semantic</a:t>
            </a:r>
            <a:r>
              <a:rPr lang="en-US" dirty="0">
                <a:solidFill>
                  <a:schemeClr val="tx1"/>
                </a:solidFill>
                <a:ea typeface="Roboto Mono" panose="00000009000000000000" pitchFamily="49" charset="0"/>
                <a:cs typeface="Urbanist" panose="020B0A04040200000203" pitchFamily="34" charset="0"/>
              </a:rPr>
              <a:t> Elements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Picture 4" descr="A screen shot of a screen&#10;&#10;Description automatically generated">
            <a:extLst>
              <a:ext uri="{FF2B5EF4-FFF2-40B4-BE49-F238E27FC236}">
                <a16:creationId xmlns:a16="http://schemas.microsoft.com/office/drawing/2014/main" id="{8C819B36-0843-3B2A-ED97-9E32FA200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994" y="1497757"/>
            <a:ext cx="8936012" cy="50265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1458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B594AA-F9AB-A404-8849-B5400ED1165A}"/>
              </a:ext>
            </a:extLst>
          </p:cNvPr>
          <p:cNvSpPr txBox="1"/>
          <p:nvPr/>
        </p:nvSpPr>
        <p:spPr>
          <a:xfrm>
            <a:off x="1383515" y="1235718"/>
            <a:ext cx="9582658" cy="545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&lt;header&gt; — </a:t>
            </a:r>
            <a:r>
              <a:rPr lang="en-US" sz="1800" i="1" spc="2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Represents the introductory content for a section, article, or entire web page. Ex. Contains Logo, site title etc.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&lt;nav&gt; — </a:t>
            </a:r>
            <a:r>
              <a:rPr lang="en-US" sz="1800" i="1" spc="2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Navigation menu links would all be placed in a &lt;nav&gt; tag.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&lt;main&gt; — </a:t>
            </a:r>
            <a:r>
              <a:rPr lang="en-US" sz="1800" i="1" spc="2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The body of a page should go in the &lt;main&gt; tag. There should be only one per page.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&lt;article&gt; — </a:t>
            </a:r>
            <a:r>
              <a:rPr lang="en-US" sz="1800" i="1" spc="2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Represents an independent article on a web page. For example, a blog post.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&lt;section&gt; — </a:t>
            </a:r>
            <a:r>
              <a:rPr lang="en-US" sz="1800" i="1" spc="2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Represent a way of grouping together nearby content of a similar theme.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&lt;aside&gt; — </a:t>
            </a:r>
            <a:r>
              <a:rPr lang="en-US" sz="1800" i="1" spc="2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Represents the content that’s less important. It’s mostly used for sidebars (ads).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&lt;footer&gt; — </a:t>
            </a:r>
            <a:r>
              <a:rPr lang="en-US" sz="1800" i="1" spc="2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Represent the base of a page or section. It might include contact information and some site 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Syne" pitchFamily="2" charset="0"/>
                <a:ea typeface="Roboto Mono" panose="00000009000000000000" pitchFamily="49" charset="0"/>
              </a:rPr>
              <a:t>navigation.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57F51B-D816-5BE6-19CF-4EA623CFE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sz="5400" dirty="0">
                <a:solidFill>
                  <a:schemeClr val="tx1"/>
                </a:solidFill>
                <a:ea typeface="Roboto Mono" panose="00000009000000000000" pitchFamily="49" charset="0"/>
                <a:cs typeface="Urbanist" panose="020B0A04040200000203" pitchFamily="34" charset="0"/>
              </a:rPr>
              <a:t>Semantic</a:t>
            </a:r>
            <a:r>
              <a:rPr lang="en-US" dirty="0">
                <a:solidFill>
                  <a:schemeClr val="tx1"/>
                </a:solidFill>
                <a:ea typeface="Roboto Mono" panose="00000009000000000000" pitchFamily="49" charset="0"/>
                <a:cs typeface="Urbanist" panose="020B0A04040200000203" pitchFamily="34" charset="0"/>
              </a:rPr>
              <a:t> Elements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72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"/>
          <p:cNvSpPr txBox="1">
            <a:spLocks noGrp="1"/>
          </p:cNvSpPr>
          <p:nvPr>
            <p:ph type="subTitle" idx="2"/>
          </p:nvPr>
        </p:nvSpPr>
        <p:spPr>
          <a:xfrm>
            <a:off x="1389934" y="1695789"/>
            <a:ext cx="9412132" cy="479594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BA94E9"/>
                </a:solidFill>
                <a:effectLst/>
                <a:latin typeface="Mont Heavy DEMO" panose="00000A00000000000000" pitchFamily="50" charset="0"/>
                <a:ea typeface="Roboto Mono" panose="00000009000000000000" pitchFamily="49" charset="0"/>
              </a:rPr>
              <a:t>Single &lt;main&gt; Tag</a:t>
            </a:r>
            <a:r>
              <a:rPr lang="en-US" sz="1600" b="0" i="0" dirty="0">
                <a:solidFill>
                  <a:srgbClr val="BA94E9"/>
                </a:solidFill>
                <a:effectLst/>
                <a:ea typeface="Roboto Mono" panose="00000009000000000000" pitchFamily="49" charset="0"/>
              </a:rPr>
              <a:t>: </a:t>
            </a:r>
            <a:r>
              <a:rPr lang="en-US" sz="1600" b="0" i="0" dirty="0">
                <a:solidFill>
                  <a:srgbClr val="ECECF1"/>
                </a:solidFill>
                <a:effectLst/>
                <a:ea typeface="Roboto Mono" panose="00000009000000000000" pitchFamily="49" charset="0"/>
              </a:rPr>
              <a:t>As a best practice, use only one &lt;main&gt; tag per HTML page. The &lt;main&gt; tag should encapsulate the primary content of your webpage, excluding headers, footers, and sidebars. </a:t>
            </a:r>
          </a:p>
          <a:p>
            <a:pPr>
              <a:lnSpc>
                <a:spcPct val="150000"/>
              </a:lnSpc>
            </a:pPr>
            <a:endParaRPr lang="en-US" sz="1600" b="0" i="0" dirty="0">
              <a:solidFill>
                <a:srgbClr val="ECECF1"/>
              </a:solidFill>
              <a:effectLst/>
              <a:ea typeface="Roboto Mono" panose="00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BA94E9"/>
                </a:solidFill>
                <a:effectLst/>
                <a:latin typeface="Mont Heavy DEMO" panose="00000A00000000000000" pitchFamily="50" charset="0"/>
                <a:ea typeface="Roboto Mono" panose="00000009000000000000" pitchFamily="49" charset="0"/>
              </a:rPr>
              <a:t>Use Headers Wisely: </a:t>
            </a:r>
            <a:r>
              <a:rPr lang="en-US" sz="1600" b="0" i="0" dirty="0">
                <a:solidFill>
                  <a:srgbClr val="ECECF1"/>
                </a:solidFill>
                <a:effectLst/>
                <a:ea typeface="Roboto Mono" panose="00000009000000000000" pitchFamily="49" charset="0"/>
              </a:rPr>
              <a:t>While you can use multiple &lt;header&gt; tags, make sure they're appropriately placed within semantic elements like &lt;article&gt;, &lt;section&gt;, or as introductory content for the whole page. Each &lt;header&gt; should provide relevant context. </a:t>
            </a:r>
          </a:p>
          <a:p>
            <a:pPr>
              <a:lnSpc>
                <a:spcPct val="150000"/>
              </a:lnSpc>
            </a:pPr>
            <a:endParaRPr lang="en-US" sz="1600" b="0" i="0" dirty="0">
              <a:solidFill>
                <a:srgbClr val="ECECF1"/>
              </a:solidFill>
              <a:effectLst/>
              <a:ea typeface="Roboto Mono" panose="00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BA94E9"/>
                </a:solidFill>
                <a:effectLst/>
                <a:latin typeface="Mont Heavy DEMO" panose="00000A00000000000000" pitchFamily="50" charset="0"/>
                <a:ea typeface="Roboto Mono" panose="00000009000000000000" pitchFamily="49" charset="0"/>
              </a:rPr>
              <a:t>Avoid Overuse: </a:t>
            </a:r>
            <a:r>
              <a:rPr lang="en-US" sz="1600" b="0" i="0" dirty="0">
                <a:solidFill>
                  <a:srgbClr val="ECECF1"/>
                </a:solidFill>
                <a:effectLst/>
                <a:ea typeface="Roboto Mono" panose="00000009000000000000" pitchFamily="49" charset="0"/>
              </a:rPr>
              <a:t>Use semantic elements purposefully and avoid overusing them. Choose elements that accurately represent your content's structure and hierarchy. Overusing them may lead to confusion and diluted semantics.</a:t>
            </a:r>
            <a:endParaRPr lang="en-US" sz="1600" b="0" dirty="0">
              <a:solidFill>
                <a:srgbClr val="EEFFFF"/>
              </a:solidFill>
              <a:effectLst/>
              <a:ea typeface="Roboto Mono" panose="00000009000000000000" pitchFamily="49" charset="0"/>
            </a:endParaRPr>
          </a:p>
        </p:txBody>
      </p:sp>
      <p:sp>
        <p:nvSpPr>
          <p:cNvPr id="4" name="Google Shape;440;p29">
            <a:extLst>
              <a:ext uri="{FF2B5EF4-FFF2-40B4-BE49-F238E27FC236}">
                <a16:creationId xmlns:a16="http://schemas.microsoft.com/office/drawing/2014/main" id="{C25E6E58-CB73-58BF-4FC8-3C2EAF4B3D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  <a:latin typeface="Mont Heavy DEMO" panose="00000A00000000000000" pitchFamily="50" charset="0"/>
              </a:rPr>
              <a:t>DID YOU </a:t>
            </a:r>
            <a:r>
              <a:rPr lang="en" sz="6000" dirty="0">
                <a:solidFill>
                  <a:schemeClr val="accent2"/>
                </a:solidFill>
                <a:latin typeface="Mont Heavy DEMO" panose="00000A00000000000000" pitchFamily="50" charset="0"/>
              </a:rPr>
              <a:t>KNOW?</a:t>
            </a:r>
            <a:endParaRPr sz="6000" dirty="0">
              <a:solidFill>
                <a:schemeClr val="accent2"/>
              </a:solidFill>
              <a:latin typeface="Mont Heavy DEMO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95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"/>
          <p:cNvSpPr txBox="1">
            <a:spLocks noGrp="1"/>
          </p:cNvSpPr>
          <p:nvPr>
            <p:ph type="subTitle" idx="2"/>
          </p:nvPr>
        </p:nvSpPr>
        <p:spPr>
          <a:xfrm>
            <a:off x="1336925" y="2348119"/>
            <a:ext cx="9412132" cy="330365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BA94E9"/>
                </a:solidFill>
                <a:effectLst/>
                <a:latin typeface="Mont Heavy DEMO" panose="00000A00000000000000" pitchFamily="50" charset="0"/>
                <a:ea typeface="Roboto Mono" panose="00000009000000000000" pitchFamily="49" charset="0"/>
              </a:rPr>
              <a:t>Understand Nesting: </a:t>
            </a:r>
            <a:r>
              <a:rPr lang="en-US" b="0" i="0" dirty="0">
                <a:solidFill>
                  <a:srgbClr val="ECECF1"/>
                </a:solidFill>
                <a:effectLst/>
                <a:ea typeface="Roboto Mono" panose="00000009000000000000" pitchFamily="49" charset="0"/>
              </a:rPr>
              <a:t>Understand the hierarchy and nesting rules of semantic elements. For instance, &lt;article&gt; and &lt;section&gt; can contain &lt;header&gt;, &lt;footer&gt;, and other content, but nesting them should reflect logical relationships. </a:t>
            </a:r>
          </a:p>
          <a:p>
            <a:pPr>
              <a:lnSpc>
                <a:spcPct val="150000"/>
              </a:lnSpc>
            </a:pPr>
            <a:endParaRPr lang="en-US" b="0" i="0" dirty="0">
              <a:solidFill>
                <a:srgbClr val="ECECF1"/>
              </a:solidFill>
              <a:effectLst/>
              <a:ea typeface="Roboto Mono" panose="00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BA94E9"/>
                </a:solidFill>
                <a:effectLst/>
                <a:latin typeface="Mont Heavy DEMO" panose="00000A00000000000000" pitchFamily="50" charset="0"/>
                <a:ea typeface="Roboto Mono" panose="00000009000000000000" pitchFamily="49" charset="0"/>
              </a:rPr>
              <a:t>Enhance Accessibility: </a:t>
            </a:r>
            <a:r>
              <a:rPr lang="en-US" b="0" i="0" dirty="0">
                <a:solidFill>
                  <a:srgbClr val="ECECF1"/>
                </a:solidFill>
                <a:effectLst/>
                <a:ea typeface="Roboto Mono" panose="00000009000000000000" pitchFamily="49" charset="0"/>
              </a:rPr>
              <a:t>Semantic elements greatly improve web accessibility. Use them to create a clear structure for assistive technologies. Ensure that your content remains meaningful even if CSS or other styling is disabled.</a:t>
            </a:r>
            <a:endParaRPr lang="en-US" b="0" dirty="0">
              <a:solidFill>
                <a:srgbClr val="EEFFFF"/>
              </a:solidFill>
              <a:effectLst/>
              <a:ea typeface="Roboto Mono" panose="00000009000000000000" pitchFamily="49" charset="0"/>
            </a:endParaRPr>
          </a:p>
        </p:txBody>
      </p:sp>
      <p:sp>
        <p:nvSpPr>
          <p:cNvPr id="4" name="Google Shape;440;p29">
            <a:extLst>
              <a:ext uri="{FF2B5EF4-FFF2-40B4-BE49-F238E27FC236}">
                <a16:creationId xmlns:a16="http://schemas.microsoft.com/office/drawing/2014/main" id="{E63E8872-B559-793E-4A9E-F64A58B708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  <a:latin typeface="Mont Heavy DEMO" panose="00000A00000000000000" pitchFamily="50" charset="0"/>
              </a:rPr>
              <a:t>DID YOU </a:t>
            </a:r>
            <a:r>
              <a:rPr lang="en" sz="6000" dirty="0">
                <a:solidFill>
                  <a:schemeClr val="accent2"/>
                </a:solidFill>
                <a:latin typeface="Mont Heavy DEMO" panose="00000A00000000000000" pitchFamily="50" charset="0"/>
              </a:rPr>
              <a:t>KNOW?</a:t>
            </a:r>
            <a:endParaRPr sz="6000" dirty="0">
              <a:solidFill>
                <a:schemeClr val="accent2"/>
              </a:solidFill>
              <a:latin typeface="Mont Heavy DEMO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58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5BEF90-17AA-F782-EFFF-C471FC9E1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solidFill>
                  <a:schemeClr val="tx1"/>
                </a:solidFill>
                <a:ea typeface="Roboto Mono" panose="00000009000000000000" pitchFamily="49" charset="0"/>
                <a:cs typeface="Urbanist" panose="020B0A04040200000203" pitchFamily="34" charset="0"/>
              </a:rPr>
              <a:t>Meta Tags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B594AA-F9AB-A404-8849-B5400ED1165A}"/>
              </a:ext>
            </a:extLst>
          </p:cNvPr>
          <p:cNvSpPr txBox="1"/>
          <p:nvPr/>
        </p:nvSpPr>
        <p:spPr>
          <a:xfrm>
            <a:off x="1408410" y="1398201"/>
            <a:ext cx="9544512" cy="3579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spc="6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Meta Tags for Metadata:</a:t>
            </a:r>
          </a:p>
          <a:p>
            <a:pPr>
              <a:lnSpc>
                <a:spcPct val="200000"/>
              </a:lnSpc>
            </a:pPr>
            <a:endParaRPr lang="en-US" sz="1600" spc="60" dirty="0">
              <a:solidFill>
                <a:schemeClr val="bg1"/>
              </a:solidFill>
              <a:latin typeface="Syne" pitchFamily="2" charset="0"/>
              <a:ea typeface="Roboto Mono" panose="00000009000000000000" pitchFamily="49" charset="0"/>
            </a:endParaRPr>
          </a:p>
          <a:p>
            <a:pPr>
              <a:lnSpc>
                <a:spcPct val="200000"/>
              </a:lnSpc>
            </a:pPr>
            <a:r>
              <a:rPr lang="en-US" sz="2000" spc="6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Meta tags are HTML elements that provide metadata about a webpage. They are placed within the &lt;head&gt; section of an HTML document and are not visible to users but are used by browsers, search engines, and other web services to gather information about the page</a:t>
            </a:r>
          </a:p>
        </p:txBody>
      </p:sp>
    </p:spTree>
    <p:extLst>
      <p:ext uri="{BB962C8B-B14F-4D97-AF65-F5344CB8AC3E}">
        <p14:creationId xmlns:p14="http://schemas.microsoft.com/office/powerpoint/2010/main" val="4026840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382E8CD-3947-1E39-B772-BA25FD24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solidFill>
                  <a:schemeClr val="tx1"/>
                </a:solidFill>
                <a:ea typeface="Roboto Mono" panose="00000009000000000000" pitchFamily="49" charset="0"/>
                <a:cs typeface="Urbanist" panose="020B0A04040200000203" pitchFamily="34" charset="0"/>
              </a:rPr>
              <a:t>Meta Tags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Picture 2" descr="A person standing in front of a computer screen&#10;&#10;Description automatically generated">
            <a:extLst>
              <a:ext uri="{FF2B5EF4-FFF2-40B4-BE49-F238E27FC236}">
                <a16:creationId xmlns:a16="http://schemas.microsoft.com/office/drawing/2014/main" id="{01F78A38-AEBE-BACC-F7F6-F4915069B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34" y="1333865"/>
            <a:ext cx="11343333" cy="6380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B594AA-F9AB-A404-8849-B5400ED1165A}"/>
              </a:ext>
            </a:extLst>
          </p:cNvPr>
          <p:cNvSpPr txBox="1"/>
          <p:nvPr/>
        </p:nvSpPr>
        <p:spPr>
          <a:xfrm>
            <a:off x="805436" y="1216293"/>
            <a:ext cx="10344658" cy="111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1800" b="1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&lt;meta name="</a:t>
            </a:r>
            <a:r>
              <a:rPr lang="en-US" sz="1800" b="1" dirty="0">
                <a:solidFill>
                  <a:schemeClr val="accent3"/>
                </a:solidFill>
                <a:latin typeface="Syne" pitchFamily="2" charset="0"/>
                <a:ea typeface="Roboto Mono" panose="00000009000000000000" pitchFamily="49" charset="0"/>
              </a:rPr>
              <a:t>viewport</a:t>
            </a:r>
            <a:r>
              <a:rPr lang="en-US" sz="1800" b="1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" content="width=device-width, initial-scale=1.0"&gt;: </a:t>
            </a:r>
          </a:p>
          <a:p>
            <a:pPr algn="ctr">
              <a:lnSpc>
                <a:spcPct val="200000"/>
              </a:lnSpc>
            </a:pPr>
            <a:r>
              <a:rPr lang="en-US" sz="1800" b="1" spc="6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Sets the viewport properties for responsive design.</a:t>
            </a:r>
          </a:p>
        </p:txBody>
      </p:sp>
    </p:spTree>
    <p:extLst>
      <p:ext uri="{BB962C8B-B14F-4D97-AF65-F5344CB8AC3E}">
        <p14:creationId xmlns:p14="http://schemas.microsoft.com/office/powerpoint/2010/main" val="351622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B594AA-F9AB-A404-8849-B5400ED1165A}"/>
              </a:ext>
            </a:extLst>
          </p:cNvPr>
          <p:cNvSpPr txBox="1"/>
          <p:nvPr/>
        </p:nvSpPr>
        <p:spPr>
          <a:xfrm>
            <a:off x="805436" y="1530723"/>
            <a:ext cx="10760751" cy="3895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&lt;meta charset="UTF-8"&gt;: </a:t>
            </a:r>
            <a:r>
              <a:rPr lang="en-US" sz="1800" spc="70" dirty="0">
                <a:solidFill>
                  <a:schemeClr val="tx2"/>
                </a:solidFill>
                <a:latin typeface="Syne" pitchFamily="2" charset="0"/>
                <a:ea typeface="Roboto Mono" panose="00000009000000000000" pitchFamily="49" charset="0"/>
              </a:rPr>
              <a:t>Specifies the character encoding for the webpage, ensuring proper rendering of characters.</a:t>
            </a:r>
          </a:p>
          <a:p>
            <a:pPr>
              <a:lnSpc>
                <a:spcPct val="200000"/>
              </a:lnSpc>
            </a:pPr>
            <a:r>
              <a:rPr lang="en-US" sz="18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&lt;meta name="description" content="A brief description of the webpage"&gt;: </a:t>
            </a:r>
            <a:r>
              <a:rPr lang="en-US" sz="1800" spc="70" dirty="0">
                <a:solidFill>
                  <a:schemeClr val="tx2"/>
                </a:solidFill>
                <a:latin typeface="Syne" pitchFamily="2" charset="0"/>
                <a:ea typeface="Roboto Mono" panose="00000009000000000000" pitchFamily="49" charset="0"/>
              </a:rPr>
              <a:t>Provides a concise description of the page's content.</a:t>
            </a:r>
          </a:p>
          <a:p>
            <a:pPr>
              <a:lnSpc>
                <a:spcPct val="200000"/>
              </a:lnSpc>
            </a:pPr>
            <a:r>
              <a:rPr lang="en-US" sz="18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&lt;meta name="keywords" content="keyword1, keyword2, keyword3"&gt;: </a:t>
            </a:r>
            <a:r>
              <a:rPr lang="en-US" sz="1800" spc="70" dirty="0">
                <a:solidFill>
                  <a:schemeClr val="tx2"/>
                </a:solidFill>
                <a:latin typeface="Syne" pitchFamily="2" charset="0"/>
                <a:ea typeface="Roboto Mono" panose="00000009000000000000" pitchFamily="49" charset="0"/>
              </a:rPr>
              <a:t>Specifies relevant keywords for search engines (not as impactful as it used to be).</a:t>
            </a:r>
          </a:p>
          <a:p>
            <a:pPr>
              <a:lnSpc>
                <a:spcPct val="200000"/>
              </a:lnSpc>
            </a:pPr>
            <a:r>
              <a:rPr lang="en-US" sz="18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&lt;meta name="author" content="Author's Name"&gt;: </a:t>
            </a:r>
            <a:r>
              <a:rPr lang="en-US" sz="1800" spc="70" dirty="0">
                <a:solidFill>
                  <a:schemeClr val="tx2"/>
                </a:solidFill>
                <a:latin typeface="Syne" pitchFamily="2" charset="0"/>
                <a:ea typeface="Roboto Mono" panose="00000009000000000000" pitchFamily="49" charset="0"/>
              </a:rPr>
              <a:t>Indicates the author of the webpage.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0898C270-00BC-3F79-41A5-9F82A9027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5309" y="180991"/>
            <a:ext cx="11360700" cy="1030813"/>
          </a:xfrm>
        </p:spPr>
        <p:txBody>
          <a:bodyPr/>
          <a:lstStyle/>
          <a:p>
            <a:r>
              <a:rPr lang="en-US" sz="4400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solidFill>
                  <a:schemeClr val="tx1"/>
                </a:solidFill>
                <a:ea typeface="Roboto Mono" panose="00000009000000000000" pitchFamily="49" charset="0"/>
                <a:cs typeface="Urbanist" panose="020B0A04040200000203" pitchFamily="34" charset="0"/>
              </a:rPr>
              <a:t>Meta Tags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17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08EB7485-6D2C-77CD-96B4-FC6740FCA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06" y="1745649"/>
            <a:ext cx="10070491" cy="56646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B594AA-F9AB-A404-8849-B5400ED1165A}"/>
              </a:ext>
            </a:extLst>
          </p:cNvPr>
          <p:cNvSpPr txBox="1"/>
          <p:nvPr/>
        </p:nvSpPr>
        <p:spPr>
          <a:xfrm>
            <a:off x="805436" y="1365167"/>
            <a:ext cx="10344658" cy="111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&lt;meta name="robots" content="index, follow"&gt;: </a:t>
            </a:r>
            <a:r>
              <a:rPr lang="en-US" sz="1800" spc="70" dirty="0">
                <a:solidFill>
                  <a:schemeClr val="tx2"/>
                </a:solidFill>
                <a:latin typeface="Syne" pitchFamily="2" charset="0"/>
                <a:ea typeface="Roboto Mono" panose="00000009000000000000" pitchFamily="49" charset="0"/>
              </a:rPr>
              <a:t>Instructs search engine robots whether to index and follow links on the page.</a:t>
            </a: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FA2BFC0B-D20E-1C63-C9B7-0A5A65B2E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5309" y="180991"/>
            <a:ext cx="11360700" cy="1030813"/>
          </a:xfrm>
        </p:spPr>
        <p:txBody>
          <a:bodyPr/>
          <a:lstStyle/>
          <a:p>
            <a:r>
              <a:rPr lang="en-US" sz="4400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dirty="0">
                <a:solidFill>
                  <a:schemeClr val="tx1"/>
                </a:solidFill>
                <a:ea typeface="Roboto Mono" panose="00000009000000000000" pitchFamily="49" charset="0"/>
                <a:cs typeface="Urbanist" panose="020B0A04040200000203" pitchFamily="34" charset="0"/>
              </a:rPr>
              <a:t>Meta Tags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8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951CBA2-F7FD-E256-6936-04E503519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sz="5400" dirty="0">
                <a:solidFill>
                  <a:schemeClr val="tx1"/>
                </a:solidFill>
                <a:ea typeface="Roboto Mono" panose="00000009000000000000" pitchFamily="49" charset="0"/>
                <a:cs typeface="Urbanist" panose="020B0A04040200000203" pitchFamily="34" charset="0"/>
              </a:rPr>
              <a:t>SEO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B594AA-F9AB-A404-8849-B5400ED1165A}"/>
              </a:ext>
            </a:extLst>
          </p:cNvPr>
          <p:cNvSpPr txBox="1"/>
          <p:nvPr/>
        </p:nvSpPr>
        <p:spPr>
          <a:xfrm>
            <a:off x="805436" y="1261947"/>
            <a:ext cx="11081764" cy="1989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1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High-Quality Content: </a:t>
            </a:r>
            <a:r>
              <a:rPr lang="en-US" sz="1600" spc="7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Create valuable and relevant content that addresses users' needs.</a:t>
            </a:r>
          </a:p>
          <a:p>
            <a:pPr>
              <a:lnSpc>
                <a:spcPct val="200000"/>
              </a:lnSpc>
            </a:pPr>
            <a:r>
              <a:rPr lang="en-US" sz="1600" b="1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Keyword Research: </a:t>
            </a:r>
            <a:r>
              <a:rPr lang="en-US" sz="1600" spc="7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Use relevant keywords naturally within your content.</a:t>
            </a:r>
          </a:p>
          <a:p>
            <a:pPr>
              <a:lnSpc>
                <a:spcPct val="200000"/>
              </a:lnSpc>
            </a:pPr>
            <a:r>
              <a:rPr lang="en-US" sz="1600" b="1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Descriptive Titles: </a:t>
            </a:r>
            <a:r>
              <a:rPr lang="en-US" sz="1600" spc="7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Use descriptive and relevant titles for your pages (&lt;title&gt; tag).</a:t>
            </a:r>
          </a:p>
          <a:p>
            <a:pPr>
              <a:lnSpc>
                <a:spcPct val="200000"/>
              </a:lnSpc>
            </a:pPr>
            <a:r>
              <a:rPr lang="en-US" sz="1600" b="1" spc="7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Heading Tags: </a:t>
            </a:r>
            <a:r>
              <a:rPr lang="en-US" sz="1600" spc="7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Use appropriate heading tags (&lt;h1&gt;, &lt;h2&gt;, etc.) to structure content.</a:t>
            </a:r>
          </a:p>
        </p:txBody>
      </p:sp>
      <p:pic>
        <p:nvPicPr>
          <p:cNvPr id="3" name="Picture 2" descr="A person sitting at a table reading a document&#10;&#10;Description automatically generated">
            <a:extLst>
              <a:ext uri="{FF2B5EF4-FFF2-40B4-BE49-F238E27FC236}">
                <a16:creationId xmlns:a16="http://schemas.microsoft.com/office/drawing/2014/main" id="{25639192-694A-31A8-0969-527E9E10E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480" y="3039248"/>
            <a:ext cx="7369601" cy="4145401"/>
          </a:xfrm>
          <a:prstGeom prst="rect">
            <a:avLst/>
          </a:prstGeom>
        </p:spPr>
      </p:pic>
      <p:pic>
        <p:nvPicPr>
          <p:cNvPr id="5" name="Picture 4" descr="A group of people sitting at a table reading books&#10;&#10;Description automatically generated">
            <a:extLst>
              <a:ext uri="{FF2B5EF4-FFF2-40B4-BE49-F238E27FC236}">
                <a16:creationId xmlns:a16="http://schemas.microsoft.com/office/drawing/2014/main" id="{CD94730F-6B74-E47D-E5E8-AA8B4411F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92" y="3110008"/>
            <a:ext cx="6866412" cy="3862357"/>
          </a:xfrm>
          <a:prstGeom prst="rect">
            <a:avLst/>
          </a:prstGeom>
        </p:spPr>
      </p:pic>
      <p:pic>
        <p:nvPicPr>
          <p:cNvPr id="2" name="Picture 1" descr="A person sitting at a table reading a document&#10;&#10;Description automatically generated">
            <a:extLst>
              <a:ext uri="{FF2B5EF4-FFF2-40B4-BE49-F238E27FC236}">
                <a16:creationId xmlns:a16="http://schemas.microsoft.com/office/drawing/2014/main" id="{FF514B84-7F6A-90F7-2CB0-F5E50DFE9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480" y="3151568"/>
            <a:ext cx="7369601" cy="4145401"/>
          </a:xfrm>
          <a:prstGeom prst="rect">
            <a:avLst/>
          </a:prstGeom>
        </p:spPr>
      </p:pic>
      <p:pic>
        <p:nvPicPr>
          <p:cNvPr id="4" name="Picture 3" descr="A group of people sitting at a table reading books&#10;&#10;Description automatically generated">
            <a:extLst>
              <a:ext uri="{FF2B5EF4-FFF2-40B4-BE49-F238E27FC236}">
                <a16:creationId xmlns:a16="http://schemas.microsoft.com/office/drawing/2014/main" id="{25E5430B-08BE-56BB-3D18-BF0446EB6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92" y="3222328"/>
            <a:ext cx="6866412" cy="386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12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B594AA-F9AB-A404-8849-B5400ED1165A}"/>
              </a:ext>
            </a:extLst>
          </p:cNvPr>
          <p:cNvSpPr txBox="1"/>
          <p:nvPr/>
        </p:nvSpPr>
        <p:spPr>
          <a:xfrm>
            <a:off x="1049276" y="1343086"/>
            <a:ext cx="11081764" cy="2482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1" spc="6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Image Alt Text: </a:t>
            </a:r>
            <a:r>
              <a:rPr lang="en-US" sz="1600" spc="6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Provide descriptive alt text for images.</a:t>
            </a:r>
          </a:p>
          <a:p>
            <a:pPr>
              <a:lnSpc>
                <a:spcPct val="200000"/>
              </a:lnSpc>
            </a:pPr>
            <a:r>
              <a:rPr lang="en-US" sz="1600" b="1" spc="6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Internal Links: </a:t>
            </a:r>
            <a:r>
              <a:rPr lang="en-US" sz="1600" spc="6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Use internal links to connect related content within your site.</a:t>
            </a:r>
          </a:p>
          <a:p>
            <a:pPr>
              <a:lnSpc>
                <a:spcPct val="200000"/>
              </a:lnSpc>
            </a:pPr>
            <a:r>
              <a:rPr lang="en-US" sz="1600" b="1" spc="6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External Links: </a:t>
            </a:r>
            <a:r>
              <a:rPr lang="en-US" sz="1600" spc="6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Link to reputable external sources when relevant.</a:t>
            </a:r>
          </a:p>
          <a:p>
            <a:pPr>
              <a:lnSpc>
                <a:spcPct val="200000"/>
              </a:lnSpc>
            </a:pPr>
            <a:r>
              <a:rPr lang="en-US" sz="1600" b="1" spc="6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Mobile-Friendly Design: </a:t>
            </a:r>
            <a:r>
              <a:rPr lang="en-US" sz="1600" spc="6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Ensure your website is responsive and mobile-friendly.</a:t>
            </a:r>
          </a:p>
          <a:p>
            <a:pPr>
              <a:lnSpc>
                <a:spcPct val="200000"/>
              </a:lnSpc>
            </a:pPr>
            <a:r>
              <a:rPr lang="en-US" sz="1600" b="1" spc="60" dirty="0">
                <a:solidFill>
                  <a:srgbClr val="FF0000"/>
                </a:solidFill>
                <a:latin typeface="Syne" pitchFamily="2" charset="0"/>
                <a:ea typeface="Roboto Mono" panose="00000009000000000000" pitchFamily="49" charset="0"/>
              </a:rPr>
              <a:t>Site Speed: </a:t>
            </a:r>
            <a:r>
              <a:rPr lang="en-US" sz="1600" spc="6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Optimize your website's loading speed for better user experience</a:t>
            </a:r>
            <a:r>
              <a:rPr lang="en-US" sz="1600" dirty="0">
                <a:solidFill>
                  <a:schemeClr val="bg1"/>
                </a:solidFill>
                <a:latin typeface="Syne" pitchFamily="2" charset="0"/>
                <a:ea typeface="Roboto Mono" panose="00000009000000000000" pitchFamily="49" charset="0"/>
              </a:rPr>
              <a:t>.</a:t>
            </a:r>
          </a:p>
        </p:txBody>
      </p:sp>
      <p:pic>
        <p:nvPicPr>
          <p:cNvPr id="3" name="Picture 2" descr="A person sitting on a chair with a computer&#10;&#10;Description automatically generated">
            <a:extLst>
              <a:ext uri="{FF2B5EF4-FFF2-40B4-BE49-F238E27FC236}">
                <a16:creationId xmlns:a16="http://schemas.microsoft.com/office/drawing/2014/main" id="{F05C5C93-F30F-AD97-557E-FAA017BAD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393" y="3809313"/>
            <a:ext cx="5419888" cy="3048687"/>
          </a:xfrm>
          <a:prstGeom prst="rect">
            <a:avLst/>
          </a:prstGeom>
        </p:spPr>
      </p:pic>
      <p:pic>
        <p:nvPicPr>
          <p:cNvPr id="5" name="Picture 4" descr="A person pointing at something&#10;&#10;Description automatically generated">
            <a:extLst>
              <a:ext uri="{FF2B5EF4-FFF2-40B4-BE49-F238E27FC236}">
                <a16:creationId xmlns:a16="http://schemas.microsoft.com/office/drawing/2014/main" id="{AB085960-12EC-6356-F66A-3641D9553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121" y="3663467"/>
            <a:ext cx="6096000" cy="3429000"/>
          </a:xfrm>
          <a:prstGeom prst="rect">
            <a:avLst/>
          </a:prstGeom>
        </p:spPr>
      </p:pic>
      <p:sp>
        <p:nvSpPr>
          <p:cNvPr id="7" name="Title 7">
            <a:extLst>
              <a:ext uri="{FF2B5EF4-FFF2-40B4-BE49-F238E27FC236}">
                <a16:creationId xmlns:a16="http://schemas.microsoft.com/office/drawing/2014/main" id="{106B9717-FD32-FF66-858D-709C87BED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5309" y="180991"/>
            <a:ext cx="11360700" cy="1030813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Urbanist" panose="020B0A04040200000203" pitchFamily="34" charset="0"/>
                <a:cs typeface="Urbanist" panose="020B0A04040200000203" pitchFamily="34" charset="0"/>
              </a:rPr>
              <a:t>HTML </a:t>
            </a:r>
            <a:r>
              <a:rPr lang="en-US" sz="5400" dirty="0">
                <a:solidFill>
                  <a:schemeClr val="tx1"/>
                </a:solidFill>
                <a:ea typeface="Roboto Mono" panose="00000009000000000000" pitchFamily="49" charset="0"/>
                <a:cs typeface="Urbanist" panose="020B0A04040200000203" pitchFamily="34" charset="0"/>
              </a:rPr>
              <a:t>SEO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74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11;p25">
            <a:extLst>
              <a:ext uri="{FF2B5EF4-FFF2-40B4-BE49-F238E27FC236}">
                <a16:creationId xmlns:a16="http://schemas.microsoft.com/office/drawing/2014/main" id="{99B480B6-C610-AD85-FAD4-2DA9FF351A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77484" y="1446750"/>
            <a:ext cx="6659900" cy="371969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dirty="0">
                <a:solidFill>
                  <a:schemeClr val="accent5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HTML</a:t>
            </a:r>
            <a:r>
              <a:rPr lang="en-US" sz="10000" dirty="0"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 </a:t>
            </a:r>
            <a:br>
              <a:rPr lang="en-US" sz="10000" dirty="0"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</a:br>
            <a:r>
              <a:rPr lang="en-US" sz="10000" dirty="0">
                <a:solidFill>
                  <a:srgbClr val="0070C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FINAL</a:t>
            </a:r>
            <a:r>
              <a:rPr lang="en-US" sz="10000" dirty="0">
                <a:solidFill>
                  <a:schemeClr val="tx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 </a:t>
            </a:r>
            <a:r>
              <a:rPr lang="en-US" sz="10000" dirty="0">
                <a:solidFill>
                  <a:srgbClr val="FFC00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PROJECT</a:t>
            </a:r>
          </a:p>
        </p:txBody>
      </p:sp>
      <p:sp>
        <p:nvSpPr>
          <p:cNvPr id="3" name="Google Shape;412;p25">
            <a:extLst>
              <a:ext uri="{FF2B5EF4-FFF2-40B4-BE49-F238E27FC236}">
                <a16:creationId xmlns:a16="http://schemas.microsoft.com/office/drawing/2014/main" id="{AF62380C-038E-B3E0-9842-310925AF0C90}"/>
              </a:ext>
            </a:extLst>
          </p:cNvPr>
          <p:cNvSpPr/>
          <p:nvPr/>
        </p:nvSpPr>
        <p:spPr>
          <a:xfrm>
            <a:off x="1352670" y="973405"/>
            <a:ext cx="1324814" cy="94669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b="1" i="0" dirty="0">
              <a:ln>
                <a:noFill/>
              </a:ln>
              <a:solidFill>
                <a:schemeClr val="bg1"/>
              </a:solidFill>
              <a:latin typeface="Mont Heavy DEMO" panose="00000A00000000000000" pitchFamily="50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6312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11;p25">
            <a:extLst>
              <a:ext uri="{FF2B5EF4-FFF2-40B4-BE49-F238E27FC236}">
                <a16:creationId xmlns:a16="http://schemas.microsoft.com/office/drawing/2014/main" id="{499A3A68-74BD-9BC2-48B6-FDD904B63273}"/>
              </a:ext>
            </a:extLst>
          </p:cNvPr>
          <p:cNvSpPr txBox="1">
            <a:spLocks/>
          </p:cNvSpPr>
          <p:nvPr/>
        </p:nvSpPr>
        <p:spPr>
          <a:xfrm>
            <a:off x="1946394" y="712920"/>
            <a:ext cx="8299212" cy="94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6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US" sz="4800" dirty="0">
                <a:solidFill>
                  <a:srgbClr val="FFC00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HOST HTML </a:t>
            </a:r>
            <a:r>
              <a:rPr lang="en-US" sz="4800" dirty="0">
                <a:solidFill>
                  <a:schemeClr val="bg1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WEBSITE</a:t>
            </a:r>
            <a:r>
              <a:rPr lang="en-US" sz="4800" dirty="0">
                <a:solidFill>
                  <a:srgbClr val="FFC000"/>
                </a:solidFill>
                <a:latin typeface="Mont Heavy DEMO" panose="00000A00000000000000" pitchFamily="50" charset="0"/>
                <a:ea typeface="Urbanist" panose="020B0A04040200000203" pitchFamily="34" charset="0"/>
                <a:cs typeface="Urbanist" panose="020B0A04040200000203" pitchFamily="34" charset="0"/>
              </a:rPr>
              <a:t> LIVE</a:t>
            </a:r>
            <a:endParaRPr lang="en-US" sz="4800" dirty="0">
              <a:solidFill>
                <a:schemeClr val="tx1"/>
              </a:solidFill>
              <a:latin typeface="Mont Heavy DEMO" panose="00000A00000000000000" pitchFamily="50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  <p:pic>
        <p:nvPicPr>
          <p:cNvPr id="3" name="Picture 2" descr="A person pointing at a screen&#10;&#10;Description automatically generated">
            <a:extLst>
              <a:ext uri="{FF2B5EF4-FFF2-40B4-BE49-F238E27FC236}">
                <a16:creationId xmlns:a16="http://schemas.microsoft.com/office/drawing/2014/main" id="{6ABE66E4-45E6-5931-7368-C42D9A959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76" y="1092971"/>
            <a:ext cx="10197058" cy="573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9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sMania">
  <a:themeElements>
    <a:clrScheme name="Custom 1">
      <a:dk1>
        <a:srgbClr val="FFFFFF"/>
      </a:dk1>
      <a:lt1>
        <a:srgbClr val="16242F"/>
      </a:lt1>
      <a:dk2>
        <a:srgbClr val="FFFFFF"/>
      </a:dk2>
      <a:lt2>
        <a:srgbClr val="1F3240"/>
      </a:lt2>
      <a:accent1>
        <a:srgbClr val="EB8FD8"/>
      </a:accent1>
      <a:accent2>
        <a:srgbClr val="EB8FD8"/>
      </a:accent2>
      <a:accent3>
        <a:srgbClr val="B9D4B4"/>
      </a:accent3>
      <a:accent4>
        <a:srgbClr val="F46659"/>
      </a:accent4>
      <a:accent5>
        <a:srgbClr val="FFBC3E"/>
      </a:accent5>
      <a:accent6>
        <a:srgbClr val="1CC549"/>
      </a:accent6>
      <a:hlink>
        <a:srgbClr val="EB8F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3237</TotalTime>
  <Words>3434</Words>
  <Application>Microsoft Office PowerPoint</Application>
  <PresentationFormat>Widescreen</PresentationFormat>
  <Paragraphs>428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6" baseType="lpstr">
      <vt:lpstr>Fira Code</vt:lpstr>
      <vt:lpstr>Calibri</vt:lpstr>
      <vt:lpstr>Abril Fatface</vt:lpstr>
      <vt:lpstr>Arial</vt:lpstr>
      <vt:lpstr>Fira Code</vt:lpstr>
      <vt:lpstr>Wingdings</vt:lpstr>
      <vt:lpstr>Roboto</vt:lpstr>
      <vt:lpstr>Roboto Mono</vt:lpstr>
      <vt:lpstr>Syne</vt:lpstr>
      <vt:lpstr>Aldrich</vt:lpstr>
      <vt:lpstr>Mont Heavy DEMO</vt:lpstr>
      <vt:lpstr>Urbanist</vt:lpstr>
      <vt:lpstr>SlidesMania</vt:lpstr>
      <vt:lpstr>COMPLETE HTML COURSE</vt:lpstr>
      <vt:lpstr>PowerPoint Presentation</vt:lpstr>
      <vt:lpstr>HOW WEBSITE WORKS?</vt:lpstr>
      <vt:lpstr>PowerPoint Presentation</vt:lpstr>
      <vt:lpstr>BUILDING BLOCKS OF WEBSITE</vt:lpstr>
      <vt:lpstr>PowerPoint Presentation</vt:lpstr>
      <vt:lpstr>PowerPoint Presentation</vt:lpstr>
      <vt:lpstr>PowerPoint Presentation</vt:lpstr>
      <vt:lpstr>HTML SYNTAX</vt:lpstr>
      <vt:lpstr>PowerPoint Presentation</vt:lpstr>
      <vt:lpstr>HTML TIPS</vt:lpstr>
      <vt:lpstr>HTML TIPS</vt:lpstr>
      <vt:lpstr>HTML DOCUMENTS /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HTML Heading &amp; Text</vt:lpstr>
      <vt:lpstr>PowerPoint Presentation</vt:lpstr>
      <vt:lpstr>DID YOU KNOW?</vt:lpstr>
      <vt:lpstr>PowerPoint Presentation</vt:lpstr>
      <vt:lpstr>PowerPoint Presentation</vt:lpstr>
      <vt:lpstr>DID YOU KNOW?</vt:lpstr>
      <vt:lpstr>HTML Comment Tag</vt:lpstr>
      <vt:lpstr>06</vt:lpstr>
      <vt:lpstr>HTML TIPS</vt:lpstr>
      <vt:lpstr>HTML Anchor Tag</vt:lpstr>
      <vt:lpstr>HTML Entities</vt:lpstr>
      <vt:lpstr>PowerPoint Presentation</vt:lpstr>
      <vt:lpstr>HTML Image Tag</vt:lpstr>
      <vt:lpstr>HTML Image Tag</vt:lpstr>
      <vt:lpstr>DID YOU KNOW?</vt:lpstr>
      <vt:lpstr>HTML Empty Elements</vt:lpstr>
      <vt:lpstr>HTML Picture Tag</vt:lpstr>
      <vt:lpstr>HTML Figure Tag</vt:lpstr>
      <vt:lpstr>PowerPoint Presentation</vt:lpstr>
      <vt:lpstr>DID YOU KNOW?</vt:lpstr>
      <vt:lpstr>DID YOU KNOW?</vt:lpstr>
      <vt:lpstr>HTML LIST INTERVIEW</vt:lpstr>
      <vt:lpstr>HTML Table Tag</vt:lpstr>
      <vt:lpstr>HTML TABLE INTERVIEW</vt:lpstr>
      <vt:lpstr>HTML iFrame Tag</vt:lpstr>
      <vt:lpstr>HTML IFRAME INTERVIEW</vt:lpstr>
      <vt:lpstr>HTML Audio Tag</vt:lpstr>
      <vt:lpstr>DID YOU KNOW?</vt:lpstr>
      <vt:lpstr>PowerPoint Presentation</vt:lpstr>
      <vt:lpstr>HTML Video Tag</vt:lpstr>
      <vt:lpstr>HTML Form Tag</vt:lpstr>
      <vt:lpstr>PowerPoint Presentation</vt:lpstr>
      <vt:lpstr>HTML Semantic Elements</vt:lpstr>
      <vt:lpstr>HTML Semantic Elements</vt:lpstr>
      <vt:lpstr>HTML Semantic Elements</vt:lpstr>
      <vt:lpstr>DID YOU KNOW?</vt:lpstr>
      <vt:lpstr>DID YOU KNOW?</vt:lpstr>
      <vt:lpstr>HTML Meta Tags</vt:lpstr>
      <vt:lpstr>HTML Meta Tags</vt:lpstr>
      <vt:lpstr>HTML Meta Tags</vt:lpstr>
      <vt:lpstr>HTML Meta Tags</vt:lpstr>
      <vt:lpstr>HTML SEO</vt:lpstr>
      <vt:lpstr>HTML SEO</vt:lpstr>
      <vt:lpstr>HTML  FINAL PROJECT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COMPLETE HTML COURSE</dc:title>
  <dc:creator>Harshit verma</dc:creator>
  <cp:lastModifiedBy>Harshit verma</cp:lastModifiedBy>
  <cp:revision>75</cp:revision>
  <dcterms:modified xsi:type="dcterms:W3CDTF">2025-08-07T15:40:03Z</dcterms:modified>
</cp:coreProperties>
</file>